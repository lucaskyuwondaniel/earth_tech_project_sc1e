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0" r:id="rId6"/>
    <p:sldId id="258" r:id="rId7"/>
    <p:sldId id="261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039068-C04E-41CB-8C3B-9FE253D9195D}" v="24" dt="2026-02-11T10:57:55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07:26.588"/>
    </inkml:context>
    <inkml:brush xml:id="br0">
      <inkml:brushProperty name="width" value="0.2" units="cm"/>
      <inkml:brushProperty name="height" value="0.2" units="cm"/>
      <inkml:brushProperty name="color" value="#786458"/>
    </inkml:brush>
  </inkml:definitions>
  <inkml:trace contextRef="#ctx0" brushRef="#br0">1 455 24575,'26'0'0,"-8"1"0,1-1 0,-1-1 0,30-6 0,-43 6 0,1 0 0,-1-1 0,0 0 0,0 0 0,0 0 0,0-1 0,-1 0 0,1 0 0,-1 0 0,1 0 0,-1-1 0,0 1 0,0-1 0,-1 0 0,1-1 0,4-6 0,-5 7 0,-1 1 0,1-1 0,0 1 0,-1 0 0,2 0 0,-1 0 0,0 1 0,0-1 0,1 1 0,0 0 0,-1 0 0,1 0 0,0 0 0,6-1 0,4-1 0,1 1 0,27-2 0,3-1 0,-31 3 0,7 0 0,-1-2 0,1 0 0,21-9 0,-37 12 0,0 0 0,0-1 0,0 0 0,0 0 0,-1 0 0,1 0 0,-1-1 0,0 1 0,0-1 0,0 0 0,0-1 0,-1 1 0,1-1 0,-1 1 0,0-1 0,3-8 0,-3 7 0,0 0 0,1 0 0,-1 1 0,1-1 0,1 1 0,-1 0 0,1 0 0,0 1 0,0-1 0,0 1 0,0 0 0,1 1 0,0-1 0,-1 1 0,1 0 0,7-2 0,37-24 0,-47 26 0,0-1 0,0 1 0,0-1 0,0 0 0,-1 0 0,0 0 0,0 0 0,0 0 0,0 0 0,-1 0 0,1-1 0,-1 1 0,0-1 0,0 1 0,-1-1 0,1 1 0,-1-1 0,0 0 0,-1-5 0,3-22 0,-2 32 0,0 0 0,0 0 0,0 0 0,0 0 0,0 0 0,0-1 0,0 1 0,0 0 0,0 0 0,0 0 0,0 0 0,0 0 0,0 0 0,0-1 0,0 1 0,0 0 0,1 0 0,-1 0 0,0 0 0,0 0 0,0 0 0,0 0 0,0 0 0,0 0 0,0-1 0,0 1 0,1 0 0,-1 0 0,0 0 0,0 0 0,0 0 0,0 0 0,0 0 0,0 0 0,0 0 0,1 0 0,-1 0 0,0 0 0,0 0 0,0 0 0,0 0 0,0 0 0,1 0 0,-1 0 0,0 0 0,0 0 0,0 0 0,0 0 0,0 0 0,0 0 0,0 0 0,1 1 0,8 6 0,9 17 0,-17-23 0,12 20 0,-1 0 0,-1 1 0,10 28 0,-9-20 0,18 32 0,-1-19 0,2-1 0,2-1 0,61 58 0,-93-98 0,1 1 0,0 0 0,-1-1 0,1 1 0,-1 0 0,1 0 0,-1 0 0,0 0 0,0 0 0,0 0 0,0 0 0,0 0 0,0 1 0,-1-1 0,1 0 0,-1 1 0,1-1 0,-1 0 0,0 5 0,-1-5 0,0 0 0,1-1 0,-1 1 0,0-1 0,0 1 0,0-1 0,-1 1 0,1-1 0,0 0 0,-1 1 0,1-1 0,0 0 0,-1 0 0,0 0 0,1 0 0,-1 0 0,1-1 0,-1 1 0,0 0 0,0-1 0,1 1 0,-1-1 0,0 1 0,0-1 0,-3 0 0,-35 4 0,0-2 0,-1-1 0,-61-8 0,-36-20 0,-24-1 0,158 28 0,1 0 0,-1-1 0,0 1 0,0-1 0,1 0 0,-1 0 0,0-1 0,1 1 0,-1-1 0,1 0 0,0 0 0,0 0 0,-1 0 0,1 0 0,1-1 0,-1 1 0,0-1 0,1 0 0,-1 0 0,1 0 0,0 0 0,0 0 0,0-1 0,0 1 0,0-1 0,1 1 0,0-1 0,0 1 0,0-1 0,0 0 0,0-5 0,0 6 0,0 0 0,0-1 0,0 1 0,0 0 0,0 0 0,-1 1 0,1-1 0,-1 0 0,0 0 0,0 1 0,0-1 0,0 1 0,0-1 0,0 1 0,-1 0 0,1 0 0,-1 0 0,1 0 0,-1 1 0,0-1 0,0 1 0,0-1 0,0 1 0,0 0 0,0 0 0,0 0 0,0 1 0,-1-1 0,1 1 0,0 0 0,0 0 0,0 0 0,-1 0 0,-5 1 0,1 0 0,-1 1 0,1 0 0,0 0 0,0 1 0,-1 0 0,1 0 0,1 1 0,-1 0 0,1 0 0,-1 1 0,1 0 0,-7 6 0,8-5 0,0-1 0,1 1 0,-1 0 0,1 1 0,1 0 0,-1-1 0,1 1 0,0 1 0,1-1 0,-1 0 0,-3 17 0,7-24 0,-1 0 0,1 0 0,0 1 0,0-1 0,0 0 0,0 1 0,0-1 0,0 0 0,0 0 0,0 1 0,0-1 0,0 0 0,0 1 0,0-1 0,0 0 0,0 0 0,0 1 0,1-1 0,-1 0 0,0 0 0,0 1 0,0-1 0,0 0 0,0 0 0,1 1 0,-1-1 0,0 0 0,0 0 0,0 0 0,1 0 0,-1 1 0,0-1 0,0 0 0,0 0 0,1 0 0,-1 0 0,0 0 0,1 1 0,-1-1 0,0 0 0,0 0 0,1 0 0,-1 0 0,0 0 0,0 0 0,1 0 0,-1 0 0,0 0 0,1 0 0,-1 0 0,0 0 0,0 0 0,1-1 0,-1 1 0,0 0 0,0 0 0,1 0 0,-1 0 0,0 0 0,0-1 0,1 1 0,-1 0 0,0 0 0,0 0 0,0 0 0,1-1 0,-1 1 0,18-15 0,-16 13 0,17-13 0,1 0 0,1 2 0,0 0 0,30-12 0,-20 9 0,37-24 0,-58 34 0,0-1 0,1 2 0,-1-1 0,2 2 0,-1-1 0,0 2 0,1-1 0,18-2 0,-1 3 0,0 1 0,39 3 0,-43-5 0,-21 0 0,-14-3 0,-16-2 0,0 2 0,0 0 0,-1 1 0,0 2 0,-1 1 0,-49 0 0,53 3 0,9 0 0,-1 0 0,-27 4 0,39-3 0,-1 0 0,1 0 0,0 1 0,-1-1 0,1 1 0,0 0 0,0 0 0,0 0 0,1 1 0,-1-1 0,0 1 0,1 0 0,0 0 0,-4 4 0,-1 3 0,1 0 0,1 0 0,-1 0 0,2 1 0,-1 0 0,1 0 0,1 1 0,0-1 0,-3 21 0,-1-2 0,-22 53 0,25-70 0,18-41 0,1 1 0,29-43 0,-10 37 0,-28 28 0,1 1 0,-1-1 0,0-1 0,-1 1 0,1-1 0,-1 0 0,0 0 0,4-9 0,-4 8 0,1-1 0,0 0 0,0 1 0,0 0 0,1 0 0,1 0 0,-1 1 0,9-7 0,-5 4 0,0 0 0,14-18 0,-16 17 0,0 0 0,1 0 0,0 1 0,1 1 0,18-14 0,-25 19 0,1 1 0,0-1 0,-1 1 0,1 0 0,0 0 0,0 1 0,1-1 0,-1 1 0,0 0 0,0 0 0,1 0 0,-1 0 0,0 1 0,1 0 0,-1 0 0,1 0 0,-1 0 0,0 1 0,9 2 0,-10-2 0,0 1 0,-1-1 0,1 1 0,-1 0 0,1 0 0,-1 0 0,0 0 0,0 0 0,0 1 0,0-1 0,0 1 0,0-1 0,-1 1 0,1 0 0,-1-1 0,0 1 0,1 0 0,-1 0 0,-1 0 0,1 0 0,0 6 0,1 7 0,0 1 0,-2-1 0,-1 18 0,0 5 0,3-24 0,1-1 0,0 1 0,1 0 0,1-1 0,7 17 0,9 33 0,-14-41 0,-5-18 0,0 1 0,0 0 0,-1 0 0,0 0 0,0 0 0,0 0 0,-1 7 0,0-11 0,0-1 0,-1 1 0,1-1 0,-1 1 0,1-1 0,-1 1 0,0-1 0,0 0 0,0 1 0,0-1 0,0 0 0,0 0 0,0 1 0,0-1 0,0 0 0,0 0 0,0 0 0,-1-1 0,1 1 0,-1 0 0,1 0 0,0-1 0,-1 1 0,1-1 0,-1 1 0,1-1 0,-1 1 0,1-1 0,-1 0 0,0 0 0,1 0 0,-1 0 0,-2 0 0,-8-1 0,-1 0 0,1-1 0,0 0 0,0-1 0,0 0 0,0-1 0,1 0 0,-1-1 0,-18-11 0,16 9 0,0 0 0,-1 1 0,1 0 0,-1 1 0,-27-4 0,2 7 44,30 2-396,-1-1 0,0 1-1,-16-5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07:32.199"/>
    </inkml:context>
    <inkml:brush xml:id="br0">
      <inkml:brushProperty name="width" value="0.2" units="cm"/>
      <inkml:brushProperty name="height" value="0.2" units="cm"/>
      <inkml:brushProperty name="color" value="#786458"/>
    </inkml:brush>
  </inkml:definitions>
  <inkml:trace contextRef="#ctx0" brushRef="#br0">1 496 24575,'6'-1'0,"-1"0"0,1 0 0,0 0 0,0-1 0,0 0 0,-1 0 0,1-1 0,-1 1 0,0-1 0,5-4 0,16-7 0,56-29 0,-55 27 0,2 1 0,52-18 0,152-51 0,-227 82 0,6-3 0,-1 1 0,1-1 0,-1-1 0,0 0 0,-1 0 0,1-1 0,-1-1 0,0 0 0,11-12 0,15-17 0,-31 33 0,1 0 0,-1-1 0,-1 0 0,1 0 0,-1-1 0,0 1 0,0-1 0,0 0 0,-1 0 0,5-11 0,-6 11 0,0-1 0,0 1 0,0 0 0,1 0 0,0 0 0,0 1 0,8-11 0,-8 13 0,0 1 0,0 0 0,0-1 0,0 1 0,0 1 0,0-1 0,0 0 0,1 1 0,-1 0 0,1-1 0,-1 1 0,1 1 0,0-1 0,-1 0 0,8 1 0,-1-1 0,0 2 0,1-1 0,-1 1 0,0 0 0,0 1 0,0 1 0,0-1 0,0 1 0,-1 1 0,1 0 0,-1 0 0,15 10 0,-9-3 0,-1-1 0,0 2 0,0 0 0,-1 0 0,-1 2 0,16 20 0,1-1 0,-24-29 0,-1 0 0,0 0 0,0 0 0,0 1 0,-1 0 0,1-1 0,-1 1 0,0 0 0,-1 1 0,1-1 0,-1 0 0,0 1 0,2 8 0,8 42 0,4 23 0,-15-71 0,0-1 0,-1 0 0,0 1 0,0-1 0,-1 1 0,0-1 0,0 0 0,-4 10 0,2-10 0,-1 1 0,-1-1 0,0 0 0,0 0 0,0-1 0,0 0 0,-1 0 0,-9 7 0,-11 14 0,21-22 0,0-1 0,0 1 0,-1-1 0,0 0 0,1 0 0,-1 0 0,-1-1 0,1 0 0,0 0 0,-1-1 0,0 0 0,1 0 0,-1 0 0,-10 0 0,-2 0 0,0-1 0,0-1 0,0 0 0,-20-4 0,36 3 0,0 1 0,0-1 0,0 0 0,0 0 0,1 0 0,-1 0 0,0 0 0,1-1 0,-1 1 0,1-1 0,-1 0 0,1 0 0,0 0 0,-1 0 0,1 0 0,0 0 0,1-1 0,-1 1 0,0 0 0,1-1 0,-1 0 0,1 1 0,0-1 0,0 0 0,0 0 0,0 0 0,0 1 0,1-1 0,-1-5 0,-1-7 0,1-1 0,1 1 0,0 0 0,4-23 0,0 22 0,-1 0 0,2 0 0,0 1 0,10-20 0,2-7 0,-12 30 0,0 1 0,1-1 0,0 1 0,1 0 0,10-14 0,-14 21 0,1 0 0,-1 0 0,1 0 0,0 0 0,0 1 0,0-1 0,0 1 0,1 0 0,-1 1 0,1-1 0,0 1 0,0 0 0,0 0 0,0 0 0,7-1 0,-10 3 0,0 0 0,0 0 0,0 0 0,0 0 0,0 0 0,0 1 0,0-1 0,-1 1 0,1-1 0,0 1 0,0 0 0,0 0 0,-1-1 0,1 1 0,0 0 0,-1 1 0,1-1 0,-1 0 0,1 0 0,-1 1 0,0-1 0,0 0 0,1 1 0,-1 0 0,0-1 0,0 1 0,0 0 0,-1-1 0,1 1 0,0 0 0,-1 0 0,1 0 0,-1-1 0,1 1 0,-1 2 0,2 9 0,0 1 0,-1-1 0,-1 25 0,0-28 0,0 21 0,1-16 0,-1 0 0,-1 0 0,0 0 0,-1-1 0,-4 19 0,5-30 0,0 1 0,-1-1 0,1 0 0,-1 0 0,1 0 0,-1 0 0,0 0 0,0 0 0,-1 0 0,1 0 0,0-1 0,-1 1 0,0-1 0,0 0 0,1 0 0,-1 0 0,0 0 0,-1 0 0,1-1 0,0 1 0,0-1 0,-1 0 0,1 0 0,-1 0 0,1 0 0,-8 0 0,-46 2 0,-80-6 0,28 0 0,-273 3 0,379 0 0,-1 0 0,1 0 0,0 0 0,-1 0 0,1-1 0,0 0 0,0 1 0,-1-1 0,1 0 0,-5-3 0,7 4 0,1-1 0,0 1 0,-1 0 0,1-1 0,-1 1 0,1-1 0,0 1 0,-1-1 0,1 1 0,0-1 0,0 1 0,-1-1 0,1 1 0,0-1 0,0 1 0,0-1 0,0 1 0,-1-1 0,1 1 0,0-1 0,0 1 0,0-1 0,0 0 0,0 1 0,1-1 0,-1-1 0,1 0 0,0 0 0,0 0 0,0 0 0,0 0 0,0 1 0,0-1 0,0 0 0,0 1 0,3-3 0,8-6 0,0 0 0,0 2 0,1-1 0,0 1 0,0 1 0,1 1 0,18-7 0,17-9 0,-23 8-151,1 1-1,0 2 0,0 1 0,1 1 1,0 1-1,1 1 0,-1 2 1,55-3-1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07:47.266"/>
    </inkml:context>
    <inkml:brush xml:id="br0">
      <inkml:brushProperty name="width" value="0.2" units="cm"/>
      <inkml:brushProperty name="height" value="0.2" units="cm"/>
      <inkml:brushProperty name="color" value="#786458"/>
    </inkml:brush>
  </inkml:definitions>
  <inkml:trace contextRef="#ctx0" brushRef="#br0">779 754 24575,'-5'-1'0,"1"-1"0,-1 0 0,1 0 0,0 0 0,0 0 0,-1-1 0,1 1 0,-6-6 0,-1-1 0,-97-69 0,31 22 0,-3-4 0,76 57 0,1 0 0,0-1 0,0 0 0,0 0 0,0 0 0,1 0 0,0 0 0,0 0 0,0-1 0,0 1 0,0-1 0,1 1 0,-1-9 0,-1-5 0,1-1 0,2-24 0,0 28 0,0 0 0,-1 0 0,-4-22 0,1 23 0,-1 0 0,0 1 0,-1-1 0,0 1 0,-1 1 0,0-1 0,-16-19 0,-4 0 0,-42-37 0,64 64 0,-2-3 0,1 0 0,0 0 0,1-1 0,0 0 0,-7-16 0,12 24 0,17 45 0,-2 1 0,15 76 0,-21-84 0,-3 1 0,-2 0 0,-1 1 0,-2-1 0,-4 40 0,0 7 0,3-77 0,0 0 0,-1-1 0,0 1 0,0-1 0,0 1 0,-1-1 0,-1 1 0,1-1 0,-5 8 0,5-11 0,0 0 0,-1-1 0,1 0 0,-1 1 0,1-1 0,-1 0 0,0 0 0,0-1 0,-1 1 0,1-1 0,0 1 0,-1-1 0,0 0 0,1 0 0,-1-1 0,0 1 0,0-1 0,-7 2 0,-34 9 0,-26 5 0,65-16 0,0 0 0,1-1 0,-1 1 0,0-1 0,1-1 0,-1 1 0,0-1 0,1 0 0,-10-3 0,14 4 0,-1-1 0,1 1 0,0-1 0,0 1 0,0-1 0,0 1 0,0-1 0,0 0 0,0 0 0,0 0 0,0 1 0,1-1 0,-1 0 0,0 0 0,0 0 0,1 0 0,-1 0 0,1-1 0,-1 1 0,1 0 0,-1 0 0,1 0 0,0 0 0,-1-2 0,1 0 0,0 0 0,0 1 0,0-1 0,1 0 0,-1 0 0,1 0 0,0 1 0,0-1 0,-1 0 0,3-3 0,0 0 0,1 0 0,-1 0 0,1 0 0,0 1 0,0-1 0,1 1 0,-1 0 0,10-7 0,-8 9 0,0-1 0,0 1 0,1 1 0,-1-1 0,1 1 0,-1 0 0,1 1 0,0-1 0,0 1 0,7 0 0,75 3 0,-48 1 0,-32-3 0,0 1 0,-1 0 0,1 1 0,-1 0 0,1 0 0,-1 1 0,0 0 0,9 5 0,3 3 0,32 24 0,-5-4 0,-45-29 0,1-1 0,-1 1 0,0-1 0,0 1 0,0 0 0,0 0 0,0 0 0,0 0 0,0 0 0,0 0 0,-1 1 0,1-1 0,-1 0 0,0 1 0,0-1 0,0 1 0,0 0 0,0-1 0,0 1 0,-1 0 0,1 4 0,-1-5 0,-1 0 0,1 0 0,-1-1 0,1 1 0,-1 0 0,0 0 0,0 0 0,0 0 0,0-1 0,0 1 0,0-1 0,0 1 0,0 0 0,-1-1 0,1 0 0,-1 1 0,1-1 0,-1 0 0,0 0 0,1 0 0,-1 0 0,0 0 0,0 0 0,1-1 0,-1 1 0,0 0 0,0-1 0,0 1 0,0-1 0,-3 0 0,-12 3 0,1-1 0,-1-1 0,0 0 0,0-2 0,0 0 0,0 0 0,0-2 0,0 0 0,1-1 0,-1-1 0,1 0 0,-26-13 0,13 6 0,-21-12 0,27 10 0,18 12 0,1 0 0,0-1 0,-1 1 0,1-1 0,0 0 0,0 0 0,1 0 0,-1 0 0,1-1 0,-1 1 0,1-1 0,0 0 0,1 0 0,-1 0 0,1-1 0,-1 1 0,1 0 0,0-1 0,1 0 0,-2-5 0,-1-26 0,2 1 0,1 0 0,5-43 0,-1-12 0,1 19 0,-3 65 0,0 0 0,0-1 0,1 1 0,-1 0 0,1 0 0,1 0 0,-1 0 0,7-10 0,2 8 0,-4 14 0,-3 21 0,-32 158 0,8-64 0,19-115-105,0 0 0,-1 0 0,1 1 0,-1-1 0,0 0 0,-1 0 0,0-1 0,1 1 0,-2 0 0,1-1 0,-1 0 0,-6 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7:10.56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7:11.344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5:50.277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933 5335 24575,'-3'-36'0,"-1"1"0,-2 0 0,-1 0 0,-2 0 0,-18-45 0,8 28 0,-94-304 0,59 179 0,28 104 0,20 49 0,0 0 0,2 0 0,-2-38 0,5 39 0,-2-1 0,0 1 0,-1 0 0,-10-28 0,-5 1 0,3 0 0,-20-99 0,25 89 0,-24-72 0,22 90 0,2 1 0,1-1 0,3-1 0,-4-56 0,9 75 0,0 1 0,-2-1 0,-1 1 0,-15-41 0,-7-35 0,24 85 0,-11-64 0,-47-139 0,55 195 0,0-1 0,1 0 0,2 0 0,0-1 0,1-41 0,2 37 0,-2 0 0,0 0 0,-10-41 0,-8-2 0,5 21 0,2 0 0,2-1 0,-6-81 0,10 57 0,-4 1 0,-2 1 0,-25-74 0,-17-88 0,47 184 0,-16-83 0,5-1 0,0-149 0,21-659-1365,-2 913-5461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5:55.145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1 3669 24575,'7'-1'0,"0"0"0,0 0 0,0-1 0,-1 0 0,1-1 0,0 0 0,-1 0 0,0 0 0,1 0 0,-1-1 0,-1 0 0,7-6 0,6-2 0,197-149 0,-125 91 0,30-31 0,163-176 0,-159 148 0,17-35 0,-37 39 0,-86 103 0,0-1 0,-1 0 0,-1-1 0,-1 0 0,17-39 0,2 3 0,-24 46 0,-1-1 0,12-28 0,44-137 0,25-61 0,-72 194 0,14-67 0,3-7 0,-3 11 0,-23 73 0,2 2 0,1-1 0,19-38 0,67-128 0,-29 62 0,-6-3 0,46-162 0,-76 191 0,-19 61 0,37-90 0,-25 76 58,-18 44-532,0 1-1,16-28 1,-11 29-6352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5:58.834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775 6459 24575,'-1'-21'0,"0"-1"0,-2 1 0,-1 0 0,-12-41 0,-39-79 0,38 100 0,-10-28 0,4 0 0,3-2 0,-13-82 0,19 76 0,-4 0 0,-30-84 0,4 34 0,-17-47 0,-12-34 0,59 163 0,-13-78 0,23 100 0,-49-260 0,16 38 0,30 192 0,-1-49 0,7 74 0,-1-1 0,-1 1 0,-1 0 0,-2 0 0,-15-49 0,14 60 0,2 0 0,0-1 0,0 0 0,2 0 0,-1-21 0,1-93 0,4 93 0,-1-1 0,-11-69 0,-12-55 0,7 43 0,-1-38 0,1 0 0,6 68 0,4 0 0,7-115 0,2 69 0,-3-796 0,1 914 0,0 0 0,2 0 0,0 0 0,11-34 0,34-72 0,-35 93 0,-6 16 0,0 0 0,0-1 0,-1 0 0,0-1 0,-2 1 0,0-1 0,2-27 0,-4 28 0,-1 1 0,2-1 0,0 1 0,1-1 0,1 1 0,0 1 0,9-18 0,1-5 0,-11 25 0,1 1 0,0 0 0,11-17 0,-4 9 0,-1-1 0,0 0 0,-2 0 0,-1-1 0,0 0 0,-2 0 0,0-1 0,3-34 0,-5 37 0,1 1 0,1 0 0,1 0 0,14-29 0,8-21 0,-19 44 0,2 0 0,0 0 0,16-23 0,-24 41-170,0-1-1,-1 1 0,0-1 1,0 0-1,-1 0 0,0 0 1,1-10-1,0-6-6655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01.329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505 3332 24575,'-2'-59'0,"-2"0"0,-4 0 0,-1 1 0,-4 0 0,-1 0 0,-33-79 0,39 111 0,1 0 0,1 0 0,1 0 0,2-1 0,0-28 0,0 20 0,-3-11 0,-3-1 0,-26-81 0,-3-18 0,28 100 0,0-2 0,-5-59 0,-5-34 0,7 64 0,1 4 0,2 16 0,-3-88 0,10 78 0,-4 0 0,-19-89 0,14 82 0,-3-123 0,12 129 0,-11-56 0,7 79 0,-2-59 0,8 47 0,-16-106 0,11 113 0,2-2 0,4-67 0,-3-48 0,2 163 15,0 0 0,1 0 0,-2-1 0,1 1 0,0 0 0,-1 1 0,-3-8 0,5 11-50,-1-1-1,1 0 1,-1 0 0,1 0-1,-1 1 1,1-1-1,-1 0 1,1 1 0,-1-1-1,1 1 1,-1-1 0,0 0-1,1 1 1,-1-1 0,0 1-1,0 0 1,1-1 0,-1 1-1,0 0 1,0-1-1,0 1 1,1 0 0,-1 0-1,0 0 1,0-1 0,0 1-1,0 0 1,0 0 0,1 0-1,-1 1 1,0-1 0,0 0-1,0 0 1,0 0-1,0 1 1,1-1 0,-1 0-1,0 1 1,0-1 0,1 0-1,-2 2 1,-9 8-6791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5:41.678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1 5512 24575,'44'-42'0,"78"-58"0,-70 60 0,55-55 0,295-368 0,-45-35 0,310-587 0,-662 1076 0,335-596 0,-245 432 0,86-218 0,-126 232 0,6-11 0,-35 108 0,-2-1 0,-3-2 0,-3 0 0,-3-1 0,-3-1 0,5-79 0,-6 5 0,10-264 0,-7 196 0,1 6 0,-16 48-1365,1 120-5461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5:44.350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3057 6531 24575,'-2'0'0,"0"-1"0,0 0 0,0 0 0,1 0 0,-1 0 0,0 0 0,1 0 0,-1 0 0,0-1 0,1 1 0,0 0 0,-1-1 0,1 1 0,0-1 0,0 0 0,-2-2 0,-5-6 0,-219-217 0,-375-434 0,209 205 0,329 375 0,3-3 0,-77-143 0,45 71 0,5 2 0,-9-15 0,46 80 0,-43-102 0,9 15 0,-66-162 0,43 90 0,4 16 0,78 164 0,-27-105 0,10 24 0,-63-150 0,5 22 0,67 152 0,-28-199 0,21 90 0,29 155 0,-3-129 0,2 12 0,-46-218 0,57 399 0,-5-64 0,-4 1 0,-3 0 0,-26-82 0,27 130-1365,1 7-5461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5:46.867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1 5472 24575,'0'-4'0,"1"0"0,0 0 0,0 0 0,0 0 0,0 0 0,1 0 0,-1 0 0,1 1 0,0-1 0,1 1 0,4-7 0,1-2 0,513-715-729,63 36 696,-228 233 883,-218 269-938,176-241 88,-291 398 0,165-209 0,-119 165 0,-4-3 0,-3-3 0,59-104 0,-65 87 0,-3-3 0,43-122 0,44-209 0,-123 376 0,-2-2 0,9-82 0,17-69 0,-24 151 0,-3 0 0,7-63 0,4-35 0,-13 93 0,6-85 0,-15 122 34,1 0-1,1 0 0,11-35 1,-7 30-784,8-51 1,-15 59-6077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04.378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1 2345 24575,'1'-20'0,"2"0"0,0 0 0,2 0 0,0 1 0,1-1 0,0 1 0,16-28 0,-8 14 0,12-42 0,54-166 0,-46 142 0,57-131 0,-32 88 0,-16 40 0,29-81 0,-58 127 0,-11 40 0,0 1 0,2-1 0,0 1 0,1 0 0,0 0 0,10-17 0,3 0 0,26-65 0,-18 35 0,-20 46 0,-2 0 0,0-1 0,5-32 0,2-6 0,20-95 0,-25 118 0,9-100 0,-1 7 0,-6 62-1365,-7 35-5461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14.659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5122 7968 24575,'-11'2'0,"-1"-1"0,1 2 0,0 0 0,0 0 0,0 1 0,0 0 0,0 1 0,-10 6 0,-25 11 0,-143 41 0,-43 18 0,-22 42 0,72-34 0,170-83 0,-659 297 0,-22-57 0,581-218 0,-1-4 0,-2-6 0,-175 6 0,266-23 0,-1-2 0,0 0 0,1-2 0,-1 0 0,1-2 0,-37-12 0,48 13 0,1-2 0,0 1 0,0-2 0,0 1 0,1-2 0,0 0 0,0 0 0,1-1 0,0 0 0,0 0 0,1-1 0,0-1 0,-11-18 0,-2-10 0,1-1 0,2-1 0,2 0 0,2-2 0,2 0 0,2 0 0,-8-55 0,11 35 0,3-1 0,3 0 0,2 0 0,14-96 0,-6 108 0,3 0 0,20-56 0,45-96 0,-34 95 0,-30 79 0,1 1 0,1 0 0,2 0 0,1 2 0,1 0 0,42-48 0,-42 56 0,0 2 0,1 0 0,1 1 0,1 1 0,0 1 0,1 1 0,1 0 0,0 2 0,34-12 0,-17 10 0,49-10 0,-75 21 0,0-1 0,0 2 0,0 0 0,0 1 0,0 0 0,1 1 0,18 3 0,-29-3 0,0 0 0,0 1 0,-1-1 0,1 1 0,0-1 0,-1 1 0,1 0 0,-1 1 0,0-1 0,0 0 0,0 1 0,0 0 0,0 0 0,0 0 0,-1 0 0,0 0 0,1 0 0,-1 1 0,0-1 0,0 1 0,-1-1 0,1 1 0,-1 0 0,2 7 0,0 5 0,-1 1 0,-1-1 0,0 0 0,-3 28 0,2-39 0,-1 2 0,0 1 0,-1-1 0,0 0 0,0 0 0,-1 0 0,1 0 0,-1 0 0,-1-1 0,0 1 0,1-1 0,-2 0 0,1 0 0,-1 0 0,0-1 0,0 0 0,0 1 0,-10 5 0,-1 1 0,-1-1 0,0-1 0,0 0 0,-1-1 0,-29 9 0,15-8 0,-2-1 0,1-2 0,-1-1 0,-40 1 0,-141-4 0,165-4 0,13 1 0,1-2 0,-1-1 0,0-2 0,1-2 0,0-1 0,0-2 0,1-1 0,0-1 0,-40-22 0,49 17 0,1-1 0,0 0 0,2-2 0,-42-45 0,37 36 0,-223-261 0,98 105 0,70 87 0,3-3 0,-111-186 0,91 107 0,-106-263 0,172 352 0,4 0 0,3-2 0,5-1 0,4-1 0,-6-115 0,22 185 0,-1-29 0,5-94 0,-1 133 0,1 1 0,0 0 0,1 0 0,1 0 0,0 0 0,1 1 0,0 0 0,1 0 0,1 0 0,0 0 0,16-20 0,-16 25 0,0 0 0,1 1 0,0 0 0,0 0 0,1 1 0,-1 0 0,1 0 0,1 1 0,-1 0 0,1 1 0,0 0 0,0 1 0,20-5 0,-17 7 0,0-1 0,0 2 0,1-1 0,-1 2 0,0 0 0,0 0 0,0 2 0,0-1 0,0 2 0,22 8 0,-8-1 0,-1 2 0,0 1 0,40 30 0,65 61 0,-63-48 0,-22-16 0,-2 2 0,-1 2 0,-2 2 0,55 83 0,-77-101 0,-2 0 0,0 2 0,12 32 0,-23-47 0,-1-1 0,0 2 0,-1-1 0,-1 0 0,0 1 0,-1 0 0,-1-1 0,-1 20 0,0-32 0,0 0 0,-1-1 0,1 1 0,-1 0 0,0-1 0,0 1 0,0-1 0,-1 1 0,1-1 0,-1 0 0,0 1 0,0-1 0,0 0 0,0 0 0,0 0 0,-1-1 0,1 1 0,-5 3 0,3-4 0,0 1 0,-1-1 0,1 0 0,-1 0 0,0 0 0,0 0 0,1-1 0,-1 0 0,0 0 0,0 0 0,0-1 0,-5 0 0,-7 0 0,1-2 0,-1 0 0,1-1 0,0 0 0,0-1 0,0-1 0,-17-8 0,-15-10 0,0-3 0,2-1 0,0-2 0,3-3 0,0-1 0,2-2 0,-62-68 0,79 73-11,2 0-1,1-1 0,2-1 0,1-1 1,1-1-1,2 0 0,2-1 1,-13-50-1,3-16-631,-18-202 0,20-98-365,36-115-1914,27 53 1440,21 2-1,227-841 0,-174 934 1295,-13 99-565,-76 206 927,3 1 0,2 1 0,63-86 0,-77 123 573,1 1-1,2 0 1,0 2 0,1 0 0,1 1 0,1 1-1,1 2 1,1 0 0,0 2 0,33-14 0,-32 16 368,53-19-389,-74 30-730,0 1 1,0-1-1,0 1 0,0 0 0,0 0 0,0 0 0,0 1 1,0 0-1,0 1 0,9 1 0,-11-1 4,0 1 0,-1-1 0,1 1 0,-1 0 0,0 0 0,0 1 0,0-1 0,0 0 0,0 1 0,0 0 0,-1 0 0,1 0 0,-1 0 0,0 0 0,0 1 0,0-1 0,2 5 0,4 9 0,-2 1 0,7 25 0,-5-18 0,62 211 0,36 105 0,-56-193 0,70 189 0,-14-114 0,-104-220 0,-1-1 0,0 0 0,0 0 0,0 0 0,0-1 0,0 1 0,0 0 0,0-1 0,1 1 0,-1-1 0,1 1 0,-1-1 0,3 2 0,-4-3 0,1 0 0,-1 0 0,1 0 0,-1 0 0,0 0 0,1 0 0,-1 0 0,0 0 0,1 0 0,-1-1 0,1 1 0,-1 0 0,0 0 0,1 0 0,-1 0 0,0 0 0,1-1 0,-1 1 0,0 0 0,0 0 0,1-1 0,-1 1 0,0 0 0,0-1 0,1 1 0,-1 0 0,0-1 0,0 1 0,0 0 0,1-1 0,-1 1 0,0 0 0,0-1 0,0 1 0,0 0 0,0-1 0,2-7 0,0-1 0,-1 1 0,0 0 0,-1-11 0,-1-74 0,2-51 0,0 129 0,1-1 0,1 1 0,1-1 0,0 1 0,1 0 0,0 0 0,9-15 0,0 5 0,1 1 0,2 0 0,0 1 0,25-25 0,90-75 0,-59 62 0,4 4 0,1 3 0,122-62 0,-86 60 0,2 5 0,134-39 0,-191 73 0,1 2 0,1 3 0,0 2 0,0 3 0,0 3 0,79 4 0,-101 2 0,0 3 0,0 1 0,0 1 0,-1 3 0,-1 1 0,1 1 0,-2 2 0,0 2 0,-1 2 0,62 40 0,-81-46 0,-1 1 0,0 1 0,-1 0 0,0 1 0,-1 0 0,-1 1 0,-1 0 0,0 1 0,-1 1 0,-1 0 0,0 0 0,-2 0 0,0 1 0,-1 0 0,-1 1 0,0-1 0,-2 1 0,0 0 0,-2 0 0,0 25 0,-1-38 0,-1 0 0,0 0 0,0 0 0,-1-1 0,0 1 0,0 0 0,0-1 0,-1 1 0,0-1 0,-1 1 0,1-1 0,-1-1 0,0 1 0,0 0 0,-1-1 0,0 0 0,0 0 0,0 0 0,-1-1 0,1 1 0,-1-1 0,-9 4 0,3-2 0,0-1 0,-1 0 0,1-1 0,-1-1 0,0 0 0,1 0 0,-1-1 0,-1-1 0,1 0 0,0-1 0,-16-2 0,26 2 0,0 0 0,0 0 0,0-1 0,0 0 0,0 1 0,0-1 0,0 0 0,0 0 0,0-1 0,0 1 0,1-1 0,-1 1 0,0-1 0,1 0 0,-1 0 0,1 0 0,0 0 0,0 0 0,-4-6 0,4 5 0,0-1 0,1 0 0,0 0 0,-1 1 0,1-1 0,0 0 0,1 0 0,-1 0 0,1 0 0,0-1 0,0 1 0,0 0 0,1-6 0,2-2 0,-1 0 0,2 0 0,-1 1 0,2-1 0,-1 1 0,2 0 0,-1 0 0,2 1 0,9-14 0,0 6 0,0 0 0,1 1 0,1 1 0,1 1 0,0 0 0,1 1 0,25-12 0,-14 10 0,1 2 0,0 2 0,0 1 0,50-10 0,-7 8 0,0 4 0,1 4 0,143 7 0,-184 1 0,0 2 0,-1 0 0,0 3 0,-1 1 0,52 20 0,-34-6 0,-1 1 0,82 55 0,-75-36 0,-2 3 0,-2 2 0,64 77 0,16 13 0,-115-120 0,-1 1 0,-1 0 0,-1 1 0,-1 1 0,0 0 0,13 29 0,-22-37 0,0-1 0,0 1 0,-2 0 0,1 0 0,2 24 0,-6-29 0,1-1 0,-1 1 0,-1 0 0,0 0 0,0-1 0,0 1 0,-1-1 0,0 1 0,0-1 0,-6 13 0,4-14 0,0 0 0,0 0 0,-1-1 0,0 1 0,0-1 0,0 0 0,0-1 0,-1 1 0,1-1 0,-1 0 0,0-1 0,-1 1 0,1-1 0,-10 3 0,9-3 0,0-1 0,-1 0 0,1 0 0,-1 0 0,0-1 0,1 0 0,-1-1 0,0 0 0,0 0 0,1 0 0,-1-1 0,-15-3 0,19 2 0,0 0 0,1 0 0,-1 0 0,0 0 0,1-1 0,0 1 0,-1-1 0,1 0 0,0 0 0,0 0 0,1 0 0,-1-1 0,1 1 0,-1-1 0,1 0 0,0 1 0,1-1 0,-1 0 0,1 0 0,-2-5 0,-1-7 0,0 0 0,2 0 0,0 0 0,0-18 0,3 8 0,0-1 0,2 1 0,1-1 0,2 1 0,0 0 0,1 1 0,2 0 0,1 0 0,0 0 0,2 1 0,1 1 0,20-28 0,6-3 0,2 2 0,3 2 0,89-79 0,-66 71 0,2 4 0,3 3 0,2 3 0,2 3 0,1 4 0,3 3 0,136-45 0,-180 73 0,0 1 0,0 1 0,0 2 0,1 2 0,0 2 0,0 1 0,64 6 0,-89-3 0,0 0 0,0 1 0,0 1 0,-1 0 0,0 0 0,1 1 0,-2 1 0,1 0 0,0 0 0,-1 1 0,-1 0 0,1 1 0,-1 0 0,0 1 0,-1-1 0,12 17 0,4 10 0,-1 2 0,-2 1 0,22 55 0,11 20 0,51 77 0,163 226 0,-212-344 0,-18-24 0,-2 1 0,37 66 0,-67-103 0,-1-1 0,-1 1 0,0 0 0,0 0 0,-1 0 0,-1 1 0,2 18 0,-3-23 0,-1 0 0,0 0 0,-1 1 0,0-1 0,0-1 0,-1 1 0,0 0 0,0 0 0,-1 0 0,0-1 0,0 0 0,-7 12 0,-2-3 0,1 0 0,-2-1 0,0-1 0,-1 0 0,-1-1 0,0-1 0,0 0 0,-1-1 0,-1 0 0,0-2 0,-19 9 0,-25 11 0,31-15 0,24-11 0,10-6 0,84-39 0,142-46 0,-167 69 0,2 3 0,0 3 0,77-6 0,-109 16 0,1 2 0,-1 2 0,0 1 0,0 1 0,0 2 0,51 14 0,-58-11 0,0 2 0,-1 0 0,0 2 0,-1 1 0,0 1 0,-1 1 0,-1 1 0,28 26 0,-15-9 0,-3 2 0,0 1 0,-3 2 0,-1 0 0,37 70 0,84 224 0,52 242 0,-181-498 0,-3 1 0,-3 0 0,-4 1 0,-3 1 0,-6 140 0,-2-206 0,-1-1 0,0 1 0,-1 0 0,0-1 0,-1 1 0,-1-1 0,0 0 0,0-1 0,-1 1 0,-1-1 0,0 0 0,-11 13 0,5-10 0,0 0 0,-1-1 0,-1 0 0,0-1 0,-1-1 0,0 0 0,-30 13 0,7-6 0,-2-2 0,0-2 0,-1-1 0,0-3 0,-1-1 0,-64 5 0,-261-10 0,344-5 0,91 3 0,132 22 0,-146-12 0,0 2 0,-1 3 0,-1 2 0,-1 2 0,-1 3 0,62 39 0,-79-42 0,-1 2 0,-1 1 0,-2 1 0,0 1 0,-1 2 0,-2 1 0,-1 1 0,-1 1 0,34 62 0,-35-47-8,-2 0 0,-3 1-1,-1 1 1,17 84 0,-22-61 42,-3 1 1,-1 122-1,-18-25-305,-7-2 1,-40 168-1,20-158 234,-9-2-1,-7-3 1,-106 233-1,39-169 488,105-209-385,-1 0-1,-2-2 0,-1 0 0,-1-1 1,-1-2-1,-32 27 0,28-30-64,0-2 0,-2 0 0,0-2 0,0-2 0,-2 0 0,1-2 0,-2-1 0,-38 8 0,5-7 0,0-2 0,-130 0 0,-665-13 0,866 8 0,0 0 0,0-1 0,1 0 0,11 3 0,4-1 0,-6-2 0,0 1 0,0 1 0,28 11 0,-39-13 0,-1 0 0,1 1 0,-1-1 0,0 1 0,0 0 0,-1 0 0,1 1 0,-1-1 0,0 1 0,0 0 0,0 0 0,-1 0 0,0 1 0,4 8 0,-2 0 0,0 0 0,-1 0 0,-1 0 0,0 1 0,-1-1 0,-1 1 0,0 0 0,-2 15 0,0 1 0,-3 1 0,-11 52 0,6-56 0,0-1 0,-1-1 0,-2 0 0,0 0 0,-18 25 0,-88 113 0,110-152 0,-100 120 0,86-107 0,-2-2 0,0 0 0,-29 20 0,17-19 0,-1-2 0,0-1 0,-2-2 0,0-2 0,-1-2 0,0-1 0,-45 9 0,26-15 0,1-2 0,-1-3 0,-82-6 0,42 0 0,55 4 0,14-1 0,0 0 0,-54-9 0,74 7 0,1 0 0,0-1 0,0 0 0,0 0 0,0-1 0,1-1 0,-1 1 0,1-1 0,0 0 0,1-1 0,-1 0 0,1 0 0,-7-9 0,-6-8 0,1 0 0,1-2 0,2 0 0,0-1 0,2-1 0,0 0 0,2-1 0,1 0 0,2-1 0,-11-51 0,16 53-195,-1 1 0,-2 0 0,-1 1 0,0-1 0,-2 1 0,-16-30 0,12 33-6631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28.092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2549 24575,'1'-6'0,"-1"1"0,1 0 0,0-1 0,1 1 0,0 0 0,4-11 0,1-3 0,70-177 0,372-776-5376,-147 445 5468,-236 429-69,5 2-1,3 4 1,98-92-1,-133 147 138,2 2 0,2 2 0,1 2 0,1 2 0,82-39 0,-92 53 310,1 1 1,1 1-1,0 2 1,1 2-1,0 1 1,0 2-1,1 2 1,59 1-1,-88 3-470,-1 1 0,1 1 0,0 0 0,-1 0 0,1 1 0,-1 0 0,0 0 0,0 1 0,0 1 0,-1-1 0,1 1 0,-1 1 0,0-1 0,-1 1 0,11 11 0,4 7 0,-1 1 0,0 2 0,19 34 0,-15-24 0,127 224 0,13 17 0,-163-275 0,2 4 0,1 0 0,0-1 0,0 1 0,1-1 0,10 9 0,-15-14 0,0-1 0,1 1 0,-1 0 0,0 0 0,1-1 0,-1 1 0,1 0 0,-1-1 0,1 1 0,-1-1 0,1 0 0,-1 0 0,1 1 0,-1-1 0,1 0 0,-1 0 0,1-1 0,-1 1 0,1 0 0,-1 0 0,1-1 0,-1 1 0,1-1 0,-1 1 0,1-1 0,-1 0 0,0 1 0,1-1 0,-1 0 0,0 0 0,0 0 0,0 0 0,1 0 0,-1 0 0,0 0 0,0 0 0,1-3 0,7-10 0,0-2 0,-1 1 0,-1-1 0,0 0 0,-1 0 0,-1-1 0,3-17 0,0 7 0,15-87 0,-19 88 0,0 0 0,2 0 0,1 1 0,1 0 0,19-42 0,-22 60 0,0 0 0,0 0 0,0 1 0,1 0 0,0 0 0,0 0 0,1 1 0,-1-1 0,1 2 0,0-1 0,1 1 0,-1 0 0,1 0 0,8-2 0,3 0 0,0 0 0,1 1 0,0 1 0,35-2 0,-19 6 0,-1 0 0,1 3 0,-1 1 0,0 1 0,-1 2 0,1 2 0,62 24 0,3 10 0,117 69 0,51 44 0,-194-108 0,101 86 0,-156-119 0,-1 2 0,0 0 0,-1 1 0,-1 1 0,0 0 0,24 43 0,-30-48 0,-6-24 0,1-5 0,-2 10 0,0-1 0,0 1 0,1 0 0,-1 0 0,1 0 0,0 0 0,0 1 0,1-1 0,0 1 0,-1 0 0,1 0 0,1 1 0,-1 0 0,0 0 0,1 0 0,0 0 0,-1 1 0,11-3 0,-7 3 0,1 0 0,-1 0 0,0 1 0,1 1 0,-1-1 0,0 1 0,1 1 0,-1 0 0,0 0 0,1 1 0,16 5 0,10 10 0,0 1 0,-2 2 0,0 2 0,45 36 0,-56-41 0,16 14 0,-2 2 0,57 63 0,53 86 0,-123-151 0,-1 1 0,30 60 0,-46-78 0,0 2 0,-1-1 0,-1 1 0,0 0 0,-1 0 0,-1 0 0,-1 0 0,0 1 0,-1 16 0,-1-27 0,-1 0 0,0 0 0,-1 0 0,1 0 0,-1 0 0,-1-1 0,1 1 0,-1-1 0,-4 8 0,7-12 0,-1 0 0,1 0 0,-1 0 0,0 1 0,0-1 0,1 0 0,-1 0 0,0 0 0,0 0 0,0 0 0,0 0 0,-1 0 0,1-1 0,0 1 0,0 0 0,0-1 0,-1 1 0,1 0 0,0-1 0,-1 0 0,1 1 0,0-1 0,-1 0 0,1 1 0,0-1 0,-1 0 0,1 0 0,-1 0 0,1-1 0,0 1 0,-1 0 0,1 0 0,-1-1 0,1 1 0,0-1 0,0 1 0,-1-1 0,1 1 0,0-1 0,0 0 0,0 0 0,-1 0 0,1 1 0,0-1 0,-1-2 0,-1 0 0,1 0 0,-1-1 0,1 0 0,0 0 0,0 0 0,0 0 0,0 0 0,0 0 0,1 0 0,0 0 0,0-1 0,0 1 0,1 0 0,-1-1 0,1 1 0,0-1 0,0 1 0,1-1 0,-1 1 0,1 0 0,0-1 0,0 1 0,0 0 0,1 0 0,0 0 0,-1 0 0,2 0 0,-1 0 0,0 0 0,4-3 0,9-8 0,1 1 0,0 1 0,1 1 0,0 0 0,1 1 0,0 1 0,1 1 0,0 1 0,30-10 0,0 5 0,-1 1 0,94-10 0,9 10-149,0 8-1,176 16 1,291 73-300,291 158 449,-882-235 112,-1 1 0,-1 1 0,42 23 1,-61-29-88,1 0-1,-1 1 1,0 0 0,0 0 0,0 0 0,-1 0 0,1 1 0,-1 0 0,-1 0 0,1 0 0,-1 1 0,0 0 0,-1 0 0,1 0-1,-1 0 1,-1 0 0,4 13 0,-6-17-25,1 0 0,-1 1 0,0-1 0,0 0 0,0 0 0,-1 0 0,1 0 0,-1 0 0,0 1 0,1-1 0,-1 0 0,0 0 0,-1-1 0,1 1 0,-3 4 0,0-2 0,0 0 0,0 0 0,0-1 0,0 1 0,-1-1 0,0 0 0,-7 5 0,-8 2 0,0 0 0,0-2 0,-29 10 0,43-16 0,-60 18 0,46-16 0,-1 2 0,1 0 0,0 1 0,1 1 0,-1 1 0,-33 23 0,52-33 0,0 1 0,0 0 0,1-1 0,-1 1 0,0 0 0,0-1 0,1 1 0,-1 0 0,0 0 0,1 0 0,-1 0 0,1 0 0,-1 0 0,1 0 0,0 0 0,-1 0 0,1 0 0,0 0 0,-1 0 0,1 0 0,0 1 0,0-1 0,1-1 0,-1 1 0,1 0 0,-1 0 0,0-1 0,1 1 0,-1 0 0,1-1 0,0 1 0,-1 0 0,1-1 0,-1 1 0,1-1 0,0 1 0,0-1 0,-1 1 0,1-1 0,0 0 0,0 1 0,1-1 0,7 3 0,0-1 0,1 0 0,16 2 0,-19-3 0,129 16 0,148 39 0,-222-40 0,-1 3 0,-1 3 0,-1 2 0,97 56 0,-108-50 0,-1 2 0,62 54 0,-87-65 0,-1 1 0,0 1 0,-1 1 0,-2 1 0,-1 0 0,17 33 0,-21-33 0,-2 0 0,0 0 0,-2 1 0,-1 1 0,-1-1 0,3 31 0,-8-41 0,-1 0 0,0 1 0,-1-1 0,-1 0 0,-1 0 0,0 1 0,-1-1 0,-1-1 0,-1 1 0,0 0 0,-12 23 0,-3-3 0,-1 0 0,-2-1 0,-2-2 0,-1 0 0,-2-2 0,-57 51 0,35-41 0,0-3 0,-3-2 0,-102 53 0,120-74 0,0-2 0,-1-1 0,-55 10 0,37-9 0,133-10 0,-56-4 0,-1 2 0,0 0 0,0 1 0,0 1 0,0 1 0,0 1 0,0 0 0,-1 2 0,0 1 0,-1 1 0,0 0 0,0 1 0,28 21 0,-2 5 0,-2 2 0,-2 2 0,47 58 0,103 151 0,-1 22-608,307 582-1,-495-847 613,72 157-30,-62-130 81,-2 0-1,-1 0 1,6 37-1,-15-64 20,0 0-1,0 0 1,-1 1-1,0-1 1,0 0-1,0 1 1,-1-1-1,0 0 1,0 1-1,-1-1 1,0 0-1,0 0 1,0 0-1,-5 7 1,3-7-80,0 0-1,-1 0 1,1-1 0,-1 0-1,0 0 1,-1 0 0,1-1 0,-1 0-1,0 0 1,0 0 0,-1-1 0,-9 4-1,-156 53 7,30-12 0,-61 26 0,157-61 0,0-1 0,-74 8 0,-23-6 0,-242 57 0,366-66 0,-119 37 0,118-34 0,0 0 0,1 1 0,0 1 0,-31 22 0,33-20 0,5-3 0,0 0 0,-20 21 0,29-26 0,-1 1 0,1-1 0,0 1 0,0 0 0,0 0 0,1 0 0,-1 0 0,1 1 0,1-1 0,-1 1 0,0 6 0,-3 30 0,3 1 0,5 76 0,1-28 0,-4-62 0,-3 104 0,1-117 0,-1 1 0,0-1 0,-1 0 0,-1 0 0,-13 31 0,3-18 0,0 0 0,-2-1 0,-2-1 0,-41 47 0,48-61 0,0-1 0,-1 0 0,0-1 0,-1-1 0,0 0 0,-1-1 0,0 0 0,0-2 0,-1 1 0,0-2 0,-18 5 0,-11 1 0,8-2 0,-63 9 0,128-21 0,1 1 0,39 3 0,-57-2 0,-1 2 0,0-1 0,1 1 0,-1 1 0,0 0 0,0 0 0,-1 1 0,1 0 0,-1 1 0,0 0 0,11 8 0,-12-5 0,-1 1 0,0 0 0,0 0 0,-1 0 0,0 1 0,-1 0 0,0 0 0,-1 1 0,0-1 0,0 1 0,2 14 0,12 29 0,-10-33 0,-2-1 0,0 1 0,-1 0 0,-1 1 0,0-1 0,-2 1 0,-1-1 0,-1 1 0,-3 34 0,1-42 0,-1 0 0,1-1 0,-2 1 0,0-1 0,-1 0 0,0 0 0,-1-1 0,0 1 0,-1-1 0,-1-1 0,0 1 0,0-1 0,-1 0 0,0-1 0,-1 0 0,-12 9 0,-20 11 0,-2-2 0,-1-1 0,-1-3 0,-1-1 0,-96 31 0,-256 43 0,322-86 0,-1-3 0,0-3 0,-79-6 0,148 1 0,1-1 0,0 1 0,0 1 0,0 0 0,0 0 0,-9 2 0,14-2 0,1 0 0,0 0 0,0 0 0,-1 0 0,1 0 0,0 0 0,0 1 0,0-1 0,0 1 0,0 0 0,1-1 0,-1 1 0,0 0 0,1 0 0,-1 0 0,1 0 0,0 0 0,0 1 0,-1-1 0,0 5 0,-3 13 0,2 1 0,0-1 0,1 1 0,1 0 0,2 0 0,3 33 0,-1 1 0,-3 3 0,-3-1 0,-3 1 0,-19 89 0,-8 48 0,0 6 0,-15-32 0,20-74 0,18-59 0,1-1 0,-18 44 0,22-67 0,-1-1 0,0 0 0,0 0 0,-1 0 0,-1-1 0,0 0 0,-14 14 0,13-16 0,-1-1 0,0 1 0,0-2 0,-1 1 0,0-1 0,0-1 0,0 0 0,-1-1 0,0 0 0,0 0 0,0-1 0,-21 2 0,-11-2 0,0-2 0,-57-5 0,6 0 0,64 4-1365,3 0-5461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30.12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151 0 24575,'-5'0'0,"-8"0"0,-6 0 0,-6 0 0,-4 0 0,-3 0 0,4 0-8191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34.77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1233 6080 24575,'1813'0'0,"-1808"1"0,0-1 0,1-1 0,-1 1 0,0-1 0,0 0 0,0 0 0,9-4 0,-13 5 0,0-1 0,0 1 0,-1 0 0,1-1 0,0 0 0,-1 1 0,1-1 0,0 1 0,-1-1 0,1 0 0,0 1 0,-1-1 0,1 0 0,-1 0 0,1 1 0,-1-1 0,0 0 0,1 0 0,-1 0 0,0-1 0,0 1 0,0-1 0,0 0 0,0 1 0,0-1 0,-1 0 0,1 1 0,0-1 0,-1 0 0,0 1 0,1-1 0,-1 1 0,0-1 0,0 1 0,0 0 0,-1-2 0,-7-8 0,0 1 0,-1 1 0,0 0 0,-1 0 0,0 1 0,-21-12 0,-30-24 0,52 36 0,0 0 0,0 0 0,-1 1 0,-19-10 0,27 15 0,1 1 0,0 0 0,-1 0 0,0 0 0,1 0 0,-1 0 0,0 1 0,1-1 0,-1 1 0,0 0 0,0-1 0,1 1 0,-1 1 0,0-1 0,0 0 0,1 1 0,-1-1 0,0 1 0,0 0 0,1 0 0,-1 0 0,1 0 0,-1 0 0,1 1 0,0-1 0,-1 1 0,1-1 0,-2 3 0,3-3 0,0 0 0,0 0 0,0 0 0,0 0 0,0 1 0,1-1 0,-1 0 0,0 1 0,1-1 0,-1 0 0,1 1 0,-1-1 0,1 0 0,0 1 0,-1-1 0,1 1 0,0-1 0,0 1 0,0-1 0,0 1 0,1 2 0,0-2 0,0 1 0,0 0 0,0-1 0,0 1 0,1-1 0,-1 0 0,1 1 0,0-1 0,0 0 0,3 3 0,1 1 0,1-1 0,-1 0 0,1 0 0,0-1 0,1 0 0,12 6 0,-9-6 0,1-1 0,-1 0 0,1-1 0,0 0 0,-1-1 0,1 0 0,0-1 0,0 0 0,0 0 0,-1-2 0,1 0 0,0 0 0,-1-1 0,1 0 0,-1-1 0,0 0 0,14-8 0,2-3 0,-1-2 0,0-2 0,-1 0 0,-1-1 0,29-32 0,11-13 0,-2-3 0,65-93 0,-100 122 0,-3-1 0,33-72 0,-47 88 0,-2 0 0,0 0 0,-2-1 0,-1 0 0,0 0 0,1-42 0,-6 53 0,1-8 0,-1-1 0,-1 1 0,0 0 0,-8-33 0,8 50 0,0 0 0,-1 0 0,0 0 0,0 0 0,0 0 0,0 1 0,-1-1 0,0 1 0,0-1 0,0 1 0,0 0 0,-1 0 0,1 1 0,-1-1 0,0 1 0,0 0 0,0 0 0,-1 0 0,1 0 0,-1 1 0,1 0 0,-1-1 0,0 2 0,0-1 0,-6-1 0,2 2 0,0-1 0,0 2 0,0-1 0,0 1 0,-1 0 0,-8 2 0,16-2 0,0 0 0,1 0 0,-1 1 0,0-1 0,1 0 0,-1 1 0,0-1 0,1 1 0,-1-1 0,1 1 0,-1 0 0,1 0 0,-1 0 0,1-1 0,0 1 0,-1 1 0,1-1 0,0 0 0,0 0 0,0 0 0,0 1 0,0-1 0,0 0 0,0 1 0,0-1 0,1 1 0,-1-1 0,0 1 0,1 0 0,-1-1 0,1 1 0,0-1 0,0 1 0,-1 0 0,1-1 0,0 1 0,0 0 0,1-1 0,-1 1 0,1 3 0,0-3 0,0 1 0,0 0 0,1-1 0,-1 1 0,1-1 0,0 1 0,-1-1 0,1 0 0,0 0 0,0 1 0,1-2 0,-1 1 0,0 0 0,1 0 0,-1-1 0,1 1 0,-1-1 0,1 0 0,0 0 0,0 0 0,-1 0 0,1 0 0,6 0 0,7 2 0,0-1 0,32 1 0,-42-3 0,25-1 0,1-1 0,0-2 0,-1-1 0,50-14 0,118-50 0,-198 69 0,63-28 0,99-60 0,-89 46 0,-18 7 0,-2-2 0,85-77 0,-88 71 0,-45 38 0,-1 0 0,0 0 0,0 0 0,0-1 0,-1 0 0,0 0 0,0 0 0,0 0 0,-1-1 0,0 1 0,0-1 0,-1 0 0,3-12 0,-2-2 0,-1 1 0,0-1 0,-4-31 0,2 50 0,0-53 0,1 34 0,-1 1 0,-1-1 0,0 0 0,-2 1 0,0 0 0,-2-1 0,-7-21 0,-4 4 0,-37-64 0,44 89 0,0 0 0,-1 1 0,0 0 0,-1 0 0,0 1 0,0 1 0,-27-18 0,24 18 0,0 1 0,-1 1 0,0 1 0,0 0 0,0 1 0,-1 0 0,0 2 0,0 0 0,-1 0 0,1 2 0,-1 0 0,-20 0 0,35 2 0,-1 0 0,1 0 0,0 1 0,-1-1 0,1 1 0,-1-1 0,1 1 0,0 0 0,0 0 0,-1 0 0,1 0 0,0 0 0,0 1 0,0-1 0,0 1 0,0-1 0,1 1 0,-1 0 0,0 0 0,1-1 0,-1 1 0,1 0 0,-1 0 0,0 3 0,2-3 0,-1 0 0,1 0 0,0-1 0,-1 1 0,1 0 0,0 0 0,0 0 0,1 0 0,-1-1 0,0 1 0,1 0 0,-1 0 0,1 0 0,-1-1 0,1 1 0,0 0 0,0-1 0,0 1 0,0-1 0,0 1 0,0-1 0,0 1 0,0-1 0,0 0 0,1 1 0,-1-1 0,1 0 0,-1 0 0,1 0 0,-1 0 0,1 0 0,2 0 0,4 3 0,1 0 0,0-1 0,0 0 0,0 0 0,0-1 0,0 0 0,18 0 0,70-2 0,-53-2 0,18 0 0,1-3 0,0-2 0,-1-3 0,-1-3 0,67-22 0,-31 2 0,108-51 0,-152 57 0,-1-2 0,-1-2 0,68-54 0,80-90 0,-170 145 0,0-1 0,-2-1 0,-2-2 0,27-46 0,-45 67 0,-1-1 0,-1 0 0,0 0 0,-1 0 0,0-1 0,-1 0 0,-1 1 0,0-26 0,-1 12 0,-2 1 0,-1-1 0,-11-48 0,0 32 0,-1 1 0,-36-70 0,26 59 0,-30-57 0,-130-200 0,176 300 0,0 1 0,-1 0 0,0 0 0,0 1 0,-1 0 0,0 0 0,-1 1 0,0 1 0,0 0 0,-1 1 0,1 0 0,-1 0 0,-19-5 0,14 6 0,0 1 0,0 1 0,0 0 0,-1 1 0,1 1 0,-1 1 0,1 0 0,-1 1 0,-28 6 0,37-5 0,-15 3 0,-43 14 0,61-17 0,0 1 0,1-1 0,-1 1 0,0 1 0,1-1 0,0 1 0,0-1 0,0 2 0,0-1 0,0 0 0,1 1 0,-5 6 0,9-10 0,-1-1 0,0 1 0,1 0 0,-1 0 0,1-1 0,0 1 0,-1 0 0,1 0 0,0 0 0,-1 0 0,1 0 0,0 0 0,0-1 0,0 1 0,0 0 0,0 0 0,0 0 0,0 0 0,0 0 0,0 0 0,0 0 0,0 0 0,0 0 0,1-1 0,-1 1 0,0 0 0,1 0 0,-1 0 0,1 0 0,-1-1 0,1 1 0,-1 0 0,1-1 0,0 1 0,-1 0 0,1-1 0,0 1 0,-1-1 0,1 1 0,0-1 0,0 1 0,0-1 0,-1 1 0,1-1 0,0 0 0,0 1 0,0-1 0,0 0 0,0 0 0,0 0 0,1 0 0,4 2 0,-1-1 0,1-1 0,-1 1 0,1-1 0,0 0 0,-1 0 0,9-2 0,8-5 0,0 0 0,0-2 0,-1-1 0,0 0 0,-1-1 0,0-2 0,-1 0 0,-1 0 0,0-2 0,0-1 0,-2 0 0,16-19 0,-21 20 0,0-1 0,-1 0 0,-1 0 0,-1-1 0,0-1 0,-1 1 0,-1-1 0,-1 0 0,0 0 0,-2-1 0,0 1 0,1-29 0,-4 40 0,0 0 0,0 0 0,-1 0 0,0 0 0,-1 0 0,1 0 0,-1 1 0,0-1 0,-1 0 0,0 1 0,0 0 0,0-1 0,0 1 0,-1 1 0,0-1 0,-1 0 0,-6-6 0,-5-2 0,-2-1 0,1 2 0,-2 0 0,-20-10 0,-2-2 0,-5-2 0,-2 1 0,-1 3 0,-81-27 0,-165-27 0,186 58 0,-1 6 0,-1 4 0,1 5 0,-139 13 0,203-5 0,0 2 0,-73 19 0,91-16 0,0 0 0,1 2 0,0 1 0,1 2 0,-30 19 0,45-25 0,1-1 0,0 2 0,0 0 0,-10 11 0,17-17 0,0 0 0,1 0 0,-1 1 0,1-1 0,0 1 0,0-1 0,0 1 0,1 0 0,-1-1 0,1 1 0,0 0 0,0 0 0,0 0 0,0 0 0,1 0 0,0 0 0,0 5 0,0-9 0,0 0 0,0 1 0,-1-1 0,1 0 0,0 1 0,0-1 0,0 0 0,0 1 0,0-1 0,0 1 0,0-1 0,0 0 0,0 1 0,0-1 0,0 0 0,1 1 0,-1-1 0,0 0 0,0 1 0,0-1 0,0 0 0,0 0 0,1 1 0,-1-1 0,0 0 0,0 1 0,1-1 0,-1 0 0,0 0 0,0 0 0,1 1 0,-1-1 0,0 0 0,1 0 0,-1 0 0,0 1 0,1-1 0,-1 0 0,0 0 0,1 0 0,-1 0 0,0 0 0,1 0 0,-1 0 0,0 0 0,1 0 0,-1 0 0,0 0 0,1 0 0,-1 0 0,0 0 0,1 0 0,-1 0 0,0-1 0,1 1 0,-1 0 0,0 0 0,1 0 0,-1 0 0,0-1 0,0 1 0,1 0 0,-1-1 0,15-21 0,-9 6 0,-1-1 0,-1 0 0,0-1 0,-1 1 0,-1-1 0,-1 1 0,0-1 0,-4-29 0,0 23 0,-1 1 0,-1-1 0,-1 1 0,-1 0 0,-19-42 0,13 40 0,-1 1 0,-1 1 0,-23-28 0,-61-59 0,39 50 0,-3 2 0,-87-61 0,-154-81 0,253 169 0,-2 2 0,-1 2 0,0 2 0,-2 3 0,-1 2 0,-77-15 0,23 16 0,-1 6 0,0 4 0,-176 10 0,269 1 0,-1 1 0,1 0 0,-1 2 0,1 0 0,1 1 0,-1 1 0,1 1 0,0 0 0,-27 18 0,18-8 0,1 2 0,1 0 0,0 2 0,2 1 0,-21 26 0,22-23 0,1 1 0,2 1 0,-22 42 0,41-70 0,-1 0 0,1 0 0,0 0 0,0 0 0,0 0 0,0-1 0,0 1 0,0 0 0,0 0 0,0 0 0,0 0 0,0 0 0,0 0 0,0 0 0,0 0 0,0 0 0,0 0 0,0 0 0,0 0 0,0 0 0,0 0 0,0 0 0,-1-1 0,1 1 0,0 0 0,0 0 0,0 0 0,0 0 0,0 0 0,0 0 0,0 0 0,0 0 0,0 0 0,0 0 0,-1 0 0,1 0 0,0 0 0,0 0 0,0 0 0,0 0 0,0 0 0,0 0 0,0 0 0,0 1 0,0-1 0,0 0 0,0 0 0,-1 0 0,1 0 0,0 0 0,0 0 0,0 0 0,0 0 0,0 0 0,0 0 0,0 0 0,0 0 0,0 0 0,0 0 0,0 0 0,0 1 0,0-1 0,-2-14 0,1-17 0,1 10 0,-1 1 0,-1 0 0,-1 0 0,-1 1 0,0-1 0,-2 1 0,0-1 0,-1 1 0,-1 1 0,-1 0 0,0 0 0,-14-18 0,13 21 0,-1 0 0,-1 1 0,0 1 0,0 0 0,-2 1 0,0 0 0,0 1 0,-1 0 0,0 1 0,-1 1 0,0 1 0,0 0 0,-30-9 0,19 9 0,0 2 0,0 1 0,-1 2 0,1 0 0,-1 2 0,0 1 0,0 1 0,1 1 0,-1 2 0,1 0 0,0 2 0,-43 15 0,37-9 0,1 1 0,0 2 0,1 1 0,0 1 0,2 1 0,-44 36 0,31-19 0,26-23 0,2 0 0,-1 1 0,-22 27 0,8-4-1365,15-22-5461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20.31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2120 1448 24575,'-11'0'0,"0"-1"0,0-1 0,0 0 0,0 0 0,1-1 0,-1 0 0,-10-5 0,-67-38 0,81 42 0,-10-7 0,1-1 0,0 0 0,1-2 0,-24-26 0,34 33 0,1 1 0,0-1 0,1 0 0,-1 0 0,1 0 0,1-1 0,-1 1 0,1-1 0,1 1 0,-1-1 0,2 0 0,-1-14 0,0 1 0,2 0 0,1 0 0,6-33 0,-5 42 0,0 1 0,1 0 0,0 0 0,1 0 0,0 0 0,0 1 0,8-10 0,-10 15 0,1 0 0,-1 0 0,1 1 0,1 0 0,-1-1 0,0 1 0,1 1 0,0-1 0,0 1 0,0 0 0,0 0 0,1 0 0,-1 1 0,1 0 0,7-2 0,-12 4 0,-1-1 0,1 1 0,0 0 0,0-1 0,0 1 0,-1 0 0,1 0 0,0 0 0,0 0 0,0 0 0,0 0 0,0 0 0,-1 0 0,1 0 0,0 0 0,0 0 0,0 0 0,0 1 0,-1-1 0,1 0 0,0 1 0,0-1 0,-1 0 0,1 1 0,0-1 0,0 1 0,-1 0 0,2 0 0,-2 0 0,0 1 0,0-1 0,0 0 0,0 0 0,0 0 0,0 1 0,0-1 0,-1 0 0,1 0 0,0 1 0,-1-1 0,1 0 0,-1 0 0,1 0 0,-1 0 0,-1 2 0,-3 5 0,-1 0 0,0 0 0,-13 12 0,6-9 0,-1-2 0,1 0 0,-2 0 0,1-1 0,-25 9 0,-84 24 0,94-33 0,-39 11 0,-2-4 0,0-2 0,-80 3 0,-214-8 0,341-9 0,-1 0 0,1-2 0,0 0 0,0-2 0,0 0 0,0-2 0,1 0 0,0-2 0,0 0 0,1-1 0,0-2 0,1 0 0,1-1 0,-26-21 0,21 12 0,10 11 0,0 0 0,1-1 0,1-1 0,0 0 0,0-1 0,2 0 0,-1-1 0,-13-28 0,14 16 0,1-1 0,1 0 0,2 0 0,1-1 0,-3-42 0,9-148 0,2 97 0,-2 60 0,-2-88 0,0 147 0,1 0 0,-1 0 0,1-1 0,-1 1 0,0 0 0,0 0 0,0 0 0,-1 0 0,1 0 0,-1 0 0,1 1 0,-1-1 0,0 0 0,0 1 0,0-1 0,-1 1 0,1 0 0,-1 0 0,1 0 0,-1 0 0,1 0 0,-1 0 0,0 1 0,0 0 0,0-1 0,0 1 0,0 0 0,0 0 0,-1 0 0,-4 0 0,-11-1 0,1 1 0,0 0 0,-1 1 0,-25 4 0,6 0 0,12-3-114,-38 1 357,60-2-358,0 0 0,0-1 0,0 0 0,0 0 0,0 0 0,0 0 1,0 0-1,0-1 0,0 0 0,0 0 0,1 0 0,-4-3 0,-7-8-6711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23.109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3897 2011 24575,'-592'12'0,"590"-12"0,-307 14 0,209-14 0,-109-13 0,186 10 0,1-1 0,-1-1 0,0-1 0,1-1 0,0 0 0,1-2 0,-34-18 0,42 18 0,-1 0 0,1 0 0,1-2 0,0 1 0,0-2 0,1 0 0,1 0 0,0 0 0,0-2 0,1 1 0,-12-27 0,7 7 0,2 0 0,1 0 0,2-1 0,1-1 0,1 1 0,-1-43 0,6-215 0,4 144 0,-1 143 0,-1-1 0,-1 0 0,1 1 0,-1-1 0,0 1 0,0-1 0,-1 1 0,1-1 0,-4-6 0,3 9 0,0 1 0,0-1 0,0 1 0,0 0 0,0 0 0,0 0 0,0 0 0,-1 0 0,1 0 0,-1 0 0,1 1 0,-1 0 0,1-1 0,-1 1 0,0 0 0,0 0 0,0 0 0,0 1 0,-5-2 0,-32-1 0,0 0 0,-74 7 0,25 0 0,-33-2 0,-491-4 0,524-3 0,-137-25 0,190 22 0,-1-1 0,1-2 0,1-2 0,0-1 0,1-1 0,0-3 0,2 0 0,0-2 0,1-1 0,-48-43 0,75 58 0,-1 0 0,1 1 0,0-1 0,0-1 0,0 1 0,1 0 0,0-1 0,0 0 0,1 0 0,0 0 0,-1-7 0,-13-34 0,14 44 0,-1 0 0,1 1 0,-1-1 0,0 1 0,0-1 0,0 1 0,-1 0 0,1 0 0,-1 0 0,1 1 0,-1-1 0,-5-2 0,-56-23 0,42 18 0,2 1 0,0 0 0,1-2 0,0-1 0,1 0 0,1-1 0,-29-26 0,39 31 0,0-1 0,1 1 0,0-1 0,1-1 0,-1 1 0,2-1 0,-1 0 0,2-1 0,-1 1 0,1-1 0,1 0 0,0 0 0,0 0 0,1 0 0,0-14 0,0-26 0,9-91 0,-1 115-1365,1 7-5461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38.54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1 897 24575,'17'-11'0,"2"2"0,-1 0 0,30-9 0,8-4 0,40-25 0,158-105 0,-242 144 0,-1 0 0,-1-1 0,1 0 0,-1 0 0,13-17 0,-21 23 0,0 1 0,0-1 0,0 0 0,0 0 0,0 0 0,-1 0 0,1 0 0,-1 0 0,0 0 0,0-1 0,0 1 0,0 0 0,0-1 0,-1 1 0,0-1 0,0 1 0,0-1 0,0 1 0,0-1 0,-1 1 0,1 0 0,-1-1 0,0 1 0,0 0 0,0-1 0,0 1 0,-3-3 0,-1-2 0,0 0 0,0 0 0,-1 0 0,-1 1 0,1 0 0,-9-7 0,13 12 0,0 1 0,0 0 0,0-1 0,0 1 0,0 0 0,0 0 0,-1 0 0,1 0 0,0 1 0,0-1 0,-1 1 0,1-1 0,0 1 0,-1 0 0,1 0 0,-1 0 0,1 0 0,0 0 0,-1 0 0,1 1 0,0-1 0,-1 1 0,1 0 0,0-1 0,0 1 0,0 0 0,-1 0 0,1 1 0,0-1 0,-2 2 0,2-1 0,0-1 0,0 1 0,0 0 0,0-1 0,0 1 0,0 0 0,1 0 0,-1 0 0,1 1 0,-1-1 0,1 0 0,0 0 0,0 1 0,0-1 0,0 1 0,0 2 0,1-3 0,0-1 0,0 1 0,0-1 0,1 0 0,-1 1 0,0-1 0,1 0 0,-1 0 0,1 1 0,0-1 0,-1 0 0,1 0 0,0 0 0,0 1 0,-1-1 0,1 0 0,0 0 0,0-1 0,0 1 0,0 0 0,1 0 0,-1 0 0,0-1 0,0 1 0,0 0 0,1-1 0,-1 1 0,0-1 0,1 0 0,-1 1 0,0-1 0,1 0 0,1 0 0,10 3 0,0 0 0,0-1 0,1-1 0,-1 0 0,1-1 0,-1 0 0,1-1 0,-1-1 0,0 0 0,1-1 0,-1 0 0,0-1 0,-1 0 0,1-1 0,-1-1 0,0 0 0,17-11 0,10-11 0,38-32 0,55-68 0,-116 113 4,1 2-1,32-21 0,-28 20 21,34-28 0,-50 37-154,0 0 1,0 0 0,0 0-1,-1-1 1,0 1 0,0-1-1,0 0 1,-1-1 0,0 1-1,4-12 1,-2-5-6697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48.76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22 6430 24575,'0'0'0,"-1"0"0,0-1 0,0 1 0,0 0 0,0 0 0,0-1 0,0 1 0,0 0 0,0-1 0,0 1 0,1-1 0,-1 1 0,0-1 0,0 1 0,0-1 0,1 0 0,-1 1 0,0-1 0,1 0 0,-1 0 0,1 0 0,-1 1 0,1-1 0,-1 0 0,1 0 0,0 0 0,-1 0 0,1 0 0,0 0 0,0 0 0,-1 0 0,1 0 0,0-1 0,0 0 0,0 0 0,0 1 0,0-1 0,0 0 0,0 0 0,1 1 0,-1-1 0,0 0 0,1 1 0,-1-1 0,1 1 0,0-1 0,-1 1 0,1-1 0,0 1 0,0-1 0,0 1 0,0 0 0,3-3 0,4-1 0,0 0 0,1 1 0,0 0 0,0 1 0,0 0 0,0 0 0,1 1 0,-1 0 0,12-1 0,90-2 0,-34 8 0,140 25 0,26 3 0,443-26 0,-370-8 0,-196 4 0,127-3 0,-233 1 0,-1 0 0,1-1 0,0 0 0,-1-1 0,0 0 0,0-2 0,0 1 0,0-2 0,0 1 0,-1-2 0,0 0 0,-1 0 0,1-1 0,-1 0 0,-1-1 0,0 0 0,0-1 0,15-19 0,-7 3 0,0 0 0,-2-1 0,21-50 0,23-92 0,-59 168 0,-1 0 0,0-1 0,1 1 0,-1 0 0,1-1 0,-1 1 0,1 0 0,0-1 0,0 1 0,-1 0 0,1 0 0,0 0 0,0 0 0,0 0 0,0 0 0,0 0 0,0 0 0,1 0 0,-1 1 0,0-1 0,0 0 0,1 1 0,-1-1 0,0 1 0,3-2 0,-1 2 0,0 1 0,-1-1 0,1 0 0,0 1 0,0-1 0,-1 1 0,1 0 0,0-1 0,-1 1 0,1 1 0,-1-1 0,4 2 0,7 6 0,-1 0 0,0 1 0,18 18 0,-24-22 0,1 0 0,0 0 0,0 0 0,0-1 0,1-1 0,-1 1 0,1-1 0,1 0 0,-1-1 0,0 0 0,1 0 0,16 2 0,-11-3 0,-1-1 0,0-1 0,1 0 0,-1-1 0,0 0 0,0-1 0,0-1 0,13-4 0,2-2 0,-1-2 0,-1-1 0,0-1 0,0-1 0,-1-2 0,-1 0 0,30-27 0,-23 15 0,-2-2 0,0-1 0,-2-1 0,-2-2 0,-1 0 0,-1-2 0,-3 0 0,0-2 0,16-46 0,-28 60 0,-2 0 0,-1 0 0,0 0 0,1-46 0,-9-99 0,-1 108 0,7-81 0,-3 140 0,0-1 0,1 0 0,-1 0 0,1 0 0,-1 0 0,1 0 0,0 1 0,0-1 0,1 0 0,-1 1 0,0-1 0,1 1 0,0-1 0,0 1 0,-1 0 0,1-1 0,0 1 0,1 0 0,2-2 0,-2 2 0,1 0 0,0 1 0,0-1 0,0 1 0,0-1 0,0 1 0,0 0 0,1 1 0,-1-1 0,0 1 0,8 0 0,9 2 0,0 1 0,0 1 0,-1 1 0,27 10 0,-33-11 0,17 6 0,1-1 0,0-2 0,0-1 0,0-2 0,1-1 0,-1-2 0,1-1 0,0-1 0,-1-2 0,1-1 0,35-10 0,21-12 0,153-68 0,-195 71 0,-1-2 0,-2-3 0,0 0 0,71-64 0,-46 29 0,-3-3 0,115-149 0,-158 183 0,-1-2 0,-2 0 0,-2-1 0,-1-1 0,-1-1 0,-3 0 0,-1-1 0,-1-1 0,9-71 0,-14 48 0,-4-84 0,-3 117 0,-2 0 0,-1 0 0,-1 1 0,-1-1 0,-12-32 0,14 50 0,-1 1 0,0-1 0,-1 1 0,0 0 0,-1 0 0,1 0 0,-2 1 0,-16-16 0,18 20 0,0 0 0,0 0 0,-1 0 0,0 1 0,0 0 0,0 1 0,-1-1 0,1 1 0,-1 1 0,0 0 0,1 0 0,-1 0 0,-11 0 0,25 2 0,5 1 0,0 0 0,0-1 0,1 0 0,-1-1 0,0 0 0,0 0 0,1-2 0,-1 1 0,10-5 0,22-11 0,-31 14 0,0-1 0,-1 0 0,1-1 0,-1 0 0,0-1 0,-1 0 0,0 0 0,14-14 0,17-27 0,-2-2 0,-2-1 0,-2-3 0,29-59 0,-15 10 0,49-147 0,-76 181 0,-3 0 0,-3-1 0,-3-1 0,-4 0 0,-2 0 0,-3-1 0,-4 0 0,-9-74 0,7 134 0,0 0 0,-2 1 0,1-1 0,-1 1 0,-1 0 0,0 0 0,-1 1 0,-12-19 0,2 7 0,-1 0 0,-33-31 0,47 51 0,1-1 0,0 0 0,-1 1 0,1-1 0,0 0 0,1 0 0,-4-6 0,5 8 0,0 1 0,0 0 0,0 0 0,0-1 0,-1 1 0,1 0 0,0-1 0,0 1 0,0 0 0,0 0 0,0-1 0,0 1 0,0 0 0,0-1 0,0 1 0,0 0 0,0 0 0,1-1 0,-1 1 0,0 0 0,0 0 0,0-1 0,0 1 0,0 0 0,0 0 0,1-1 0,-1 1 0,0 0 0,0 0 0,0 0 0,1-1 0,-1 1 0,0 0 0,18 3 0,31 20 0,-39-17 0,1 0 0,0-1 0,0 0 0,0-1 0,16 4 0,-15-6 0,0 0 0,1-1 0,-1 0 0,1-1 0,-1 0 0,1-1 0,-1-1 0,0 0 0,16-4 0,-21 4 0,0-1 0,0 0 0,0 0 0,0-1 0,-1 0 0,1 0 0,-1 0 0,0-1 0,0 0 0,-1 0 0,1-1 0,-1 1 0,-1-1 0,1 0 0,-1-1 0,6-10 0,4-13 0,-1 0 0,-1 0 0,-2-1 0,-2-1 0,0 0 0,-2 0 0,2-37 0,-6 26 0,-2 0 0,-2 0 0,-2 1 0,-17-84 0,13 91 0,-1-7 0,0 1 0,-3 0 0,-2 1 0,-1 1 0,-23-43 0,-59-89 0,38 81 0,-4 2 0,-97-103 0,151 180-151,-1 1-1,0 0 0,0 1 0,-1 0 1,0 0-1,-1 1 0,1 1 1,-22-10-1,12 10-6674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53.117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2258 4351 24575,'-1053'0'0,"1006"0"0,0-3 0,-48-8 0,70 6 0,1 0 0,1-2 0,-1-1 0,1 0 0,-36-20 0,31 12 0,0 0 0,1-2 0,-34-29 0,54 41 0,0-1 0,1 0 0,-1 0 0,1 0 0,1-1 0,-1 0 0,1 0 0,1-1 0,0 1 0,0-1 0,0 0 0,1 0 0,1 0 0,-1 0 0,-1-19 0,4 24 0,0-1 0,0 1 0,1-1 0,-1 1 0,1-1 0,0 1 0,0 0 0,1-1 0,-1 1 0,1 0 0,0 0 0,0 0 0,0 0 0,1 1 0,3-6 0,4-1 0,-1 0 0,2 0 0,15-11 0,-21 18 0,-5 3 0,0-1 0,0 1 0,0 0 0,0 0 0,1 0 0,-1 0 0,0 0 0,0 0 0,0 0 0,0 0 0,0 0 0,0 0 0,0 0 0,1 0 0,-1 0 0,0 0 0,0 0 0,0-1 0,0 1 0,0 0 0,0 0 0,0 0 0,0 0 0,0 0 0,1 0 0,-1 0 0,0-1 0,0 1 0,0 0 0,0 0 0,0 0 0,0 0 0,0 0 0,0 0 0,0-1 0,0 1 0,0 0 0,0 0 0,0 0 0,0 0 0,0 0 0,0-1 0,0 1 0,0 0 0,-1 0 0,1 0 0,0 0 0,0 0 0,0 0 0,0 0 0,0-1 0,0 1 0,0 0 0,0 0 0,0 0 0,0 0 0,-1 0 0,1 0 0,-12-1 0,-18 5 0,20 0 0,0 1 0,1 1 0,-1-1 0,1 1 0,0 1 0,-15 13 0,15-11 0,0-1 0,-1 0 0,0-1 0,-1-1 0,-14 8 0,8-8 0,0 0 0,0-1 0,0-2 0,-1 1 0,-31 0 0,-91-5 0,77-2 0,55 3 0,-1 0 0,1-1 0,0-1 0,-1 1 0,1-1 0,0 0 0,0-1 0,0 0 0,1 0 0,-1-1 0,-12-8 0,15 9 0,1-1 0,-1 0 0,1 0 0,0-1 0,0 1 0,1-1 0,-1 0 0,1 0 0,0 0 0,1 0 0,-1 0 0,1-1 0,0 1 0,0-1 0,1 0 0,-1 1 0,0-10 0,0-11 0,1 0 0,1-1 0,1 1 0,8-45 0,32-99 0,-10 53 0,164-501 0,-182 582 0,20-44 0,5 1 0,3 1 0,3 3 0,63-84 0,-84 129 0,0 0 0,2 1 0,1 1 0,39-31 0,-48 46 0,0 0 0,0 1 0,2 2 0,-1-1 0,1 2 0,1 1 0,0 0 0,0 1 0,23-4 0,-143-30 0,71 30 0,21 9 0,0-1 0,1 0 0,-1 0 0,1-1 0,-8-5 0,12 7 0,1-1 0,-1 1 0,1-1 0,-1 1 0,1-1 0,0 0 0,0 0 0,0 0 0,1 0 0,-1 0 0,1-1 0,-1 1 0,1 0 0,0-1 0,0-5 0,-1-2 0,1 1 0,1 0 0,0-1 0,0 1 0,1 0 0,1-1 0,-1 1 0,2 0 0,-1 0 0,2 0 0,4-12 0,8-11 0,36-58 0,-34 62 0,13-19 0,74-87 0,53-33 0,-120 130 0,7-10 0,2 2 0,1 3 0,85-58 0,-103 75 0,-27 22 0,1 1 0,-1-1 0,1 1 0,0 0 0,0 0 0,0 0 0,1 0 0,-1 1 0,9-4 0,-12 6 0,1 0 0,-1 0 0,0 0 0,1 0 0,-1 1 0,0-1 0,1 0 0,-1 1 0,0-1 0,0 0 0,1 1 0,-1 0 0,0-1 0,0 1 0,2 1 0,-2-1 0,0 0 0,0-1 0,0 1 0,0-1 0,0 1 0,0 0 0,0-1 0,0 0 0,0 1 0,0-1 0,0 0 0,1 1 0,-1-1 0,0 0 0,0 0 0,0 0 0,0 0 0,1 0 0,-1 0 0,0-1 0,0 1 0,0 0 0,0 0 0,1-1 0,-1 1 0,1-1 0,9-7 0,-1 0 0,0-1 0,-1 0 0,1 0 0,-2-1 0,0 0 0,9-13 0,6-6 0,90-96 0,257-218 0,-298 287 0,2 3 0,3 3 0,1 4 0,106-46 0,-154 80 0,1 1 0,0 1 0,1 2 0,0 1 0,1 1 0,-1 2 0,1 1 0,0 2 0,0 1 0,50 7 0,-73-5 0,-1 0 0,0 0 0,0 1 0,0 1 0,0-1 0,0 1 0,-1 1 0,0 0 0,11 7 0,-15-9 0,0-1 0,0 1 0,-1 1 0,1-1 0,-1 0 0,1 1 0,-1 0 0,0 0 0,-1 0 0,1 0 0,-1 0 0,0 0 0,0 1 0,0-1 0,0 1 0,-1-1 0,1 1 0,-1 0 0,0 7 0,-1-12 0,0 0 0,0 0 1,0 0-1,0 0 0,-1-1 0,1 1 0,0 0 0,0 0 0,0 0 0,0 0 0,-1-1 1,1 1-1,0 0 0,0 0 0,0 0 0,-1 0 0,1 0 0,0 0 0,0 0 0,-1 0 1,1 0-1,0 0 0,0 0 0,0 0 0,-1 0 0,1 0 0,0 0 0,0 0 0,-1 0 1,1 0-1,0 0 0,0 0 0,0 0 0,-1 0 0,1 0 0,0 0 0,0 1 0,0-1 1,-1 0-1,1 0 0,0 0 0,0 0 0,0 0 0,0 1 0,-1-1 0,1 0 0,0 0 1,0 0-1,0 1 0,0-1 0,0 0 0,0 0 0,0 0 0,0 1 0,0-1 0,-1 0 0,1 0 1,0 1-1,0-1 0,0 0 0,0 0 0,0 0 0,0 1 0,1-1 0,-1 0 0,0 0 1,0 1-1,-18-23-2,5 7-1369,-3 2-5455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29:45.581"/>
    </inkml:context>
    <inkml:brush xml:id="br0">
      <inkml:brushProperty name="width" value="0.35" units="cm"/>
      <inkml:brushProperty name="height" value="2.1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785 1256,'-9'-4,"-16"-8,-14-7,-9-5,-8 1,-3 3,1 6,5 5,6 4,8 3,5 4,6 3,5 4,4 3,3 0,2 3,0-2,2 1,0 0,3 0,2 1,2-1,-2 1,2-1,-1 0,1 0,1 0,1 0,2-1,0-2,3-1,0-2,3-1,3-3,2-1,7 0,6 0,8-1,9 0,9-1,7-1,6 0,6 0,0 0,-5 0,-5 0,-9-2,-8-1,-7 1,-7-2,-5 1,-3-2,-2-2,-3 1,-2-1,0 0,-2-2,0 0,-1-2,-2 1,-1-1,-1 1,-4-1,-4 2,-3 1,-3-1,-1 0,-4 2,-6 1,-4 3,-5 0,-2 3,-3 1,-2 3,-1 3,-1 2,0 1,2 3,1 2,3 2,3 1,2 0,1 1,2-1,4 0,5-1,3-2,1-1,3-2,2-1,3 0,3-3,2-4,6-4,5-3,4-4,5-4,4-4,2-4,-1 1,-1-1,-3 3,-2 2,-5 2,-4 1,-2 1,-1 0,-1 0,-3 0,-2 0,-3-2,-4-1,-4 0,-4 2,-2 3,-3 2,-2-1,-1 1,-3 2,1 1,0 2,-1 0,1 1,1 0,1 0,1 2,1 1,2 3,1 1,1 2,1 4,-1 1,1 0,3 2,1 1,0-2,0-2,2-1,1-1,1-1,1 0,1 0,2-1,4-3,5-4,3-4,3-3,2-4,3-1,0-1,0 0,0-2,-1-1,0 1,1 2,-2-1,-3 1,-1-1,0 1,-1 0,-2 0,-2 2,-1 1,-3 0,-1-1,-2 0,-1-1,-1 2,-4 0,-2-1,-1 2,-2 2,-3 2,-2 1,-1 1,-1 1,-3 2,0 2,0 3,0 2,-1 2,4 2,0 1,2-1,0 3,3 0,1 0,2 0,2 0,-1-1,2 0,1-1,2 0,1-2,2 0,0-1,0 0,0-1,0 1,2-3,3-1,2-4,1-2,2-3,0 0,1-2,2-2,2-3,2-3,3 0,-2-2,1-1,0 3,1-1,-2 1,1 0,-1-2,2-1,-2-1,-2 3,-1 2,-3 1,-2 0,-1-2,-3 0,-2 0,-1 0,-6 2,-5 3,-5 2,-4 3,-3 1,-3 1,1 2,-2 4,-1 4,2 3,1 2,2 0,1-1,-1 0,4 2,2-1,2 0,1 0,3 2,1-1,1-1,2-1,2-1,2-3,4-2,1 0,1-1,1-2,2-2,1-1,1-2,-1-2,3-2,2-1,4-1,4-2,6-1,5 0,0-2,-1-1,1-1,-3-1,-3 2,-2-2,-3 2,-1 1,-2-1,0-1,1 1,-2-2,-2 2,-2-1,0 1,-1-3,-1 3,-3 0,-1 2,0 0,-2-1,0 1,-3 2,-5 2,-3 5,-4 6,-6 4,-3 6,0 2,0 1,0 1,1-1,1-1,2-1,1-1,0-1,2 0,1 0,3 0,0-2,2 0,1-1,1 0,1-1,0 1,3-2,3-3,1-2,3-4,1-5,0-2,1-1,0-2,1 0,-1-1,-1 0,-1 0,-2 0,-1 0,-2 1,1-1,2-2,0 2,0 1,-2-2,-1-1,-2-1,1 0,0 0,-1 1,0 1,-1 0,-1 1,-1 2,-3 3,-3 2,0 3,0 5,1 2,1 3,-1-1,2 1,3-4,1-4,3-2,1-3,1-4,2-1,0-1,0 0,1 0,-1-1,0 2,-1 1,0-1,-1 0,1 0,1-1,-1 0,1 0,0-1,0 0,-2 1,0-3,1 2,0 0,0 1,0 0,0 0,1 0,-1 0,-1-1,0 1,1 1,0-1,0-1,-1 0,-1-2,1 2,-1 0,1 0,0 1,-2 0,0 0,-2-1,0 1,-3 1,-2 5,-3 2,-1 4,0 5,-1 5,1 3,-3 1,0 1,1 3,0 1,-2-2,2-1,0-1,0-2,0 2,-1-4,3-1,2-2,0 0,0 0,0 0,0-2,1 0,1 0,-1 1,0 2,-1 1,0-2,1 0,0 0,3 0,0 0,-1 0,-1 0,-1 0,2 1,0-1,-1 1,1 0,2-3,3-1,1-5,1-4,0-2,3-1,1-3,-1-1,0 1,2 0,-2-1,0 2,1 1,0 1,0-1,-1-2,1 2,1-2,-1-1,1-2,1-1,1-2,0-1,1-3,-1-2,0 0,1 0,2 3,-3 0,-1 1,1 2,1 0,0-2,-2 0,1 1,0 2,0 0,-1 2,-2 2,1 0,-2 1,0 0,1-1,0 1,-1 0,-3 2,-4 3,-3 5,0 3,-1 4,-3 3,-1 1,0 2,1 2,-2 1,0 2,-2 1,-1 0,-1-1,2 1,0 1,-1-2,1-1,-3 1,3-1,0 0,2-1,2-1,-1-2,-1 0,2-1,0-2,1-2,0 1,-1-1,1-1,1 0,0-1,1-4,2-8,4-9,5-10,5-7,3-6,1-5,1 2,-2 2,-2 3,-3 4,-2 6,-3 5,-2 3,-1 3,-2 3,0 0,-3 2,-1 4,-3 5,-2 2,-1 2,0 5,-3 1,1 1,1 3,1-1,-2 2,-3 2,2 2,-1 3,-1-2,-1 0,0-3,2 0,0-1,0-3,1 1,1 0,1-2,0-1,-1 0,-1-1,0 0,1-2,0-1,1-2,1-4,2-3,2-4,1-5,3-4,0-7,2-7,2-5,0-6,3 0,-1 0,0 4,-1 3,-1 5,-1 4,-1 5,0 1,0 3,0 1,0 1,2-1,0 0,0-1,2-1,1 3,0 2,0 0,0 2,0 1,-2 3,0 4,-2 4,0 5,-1 6,0 3,0 1,-2 1,-1 2,-1-1,-1 3,0-2,0 1,-1 2,1-1,1 0,1 1,1-4,2 0,-1 0,2 0,-1-2,0 1,0 0,0-1,1-3,-1-1,0-2,0-5,0-8,3-10,4-11,1-12,3-6,0-8,0-1,0 0,0 3,0 4,0 3,-2 7,-2 2,-1 4,-2 3,0 5,-2 2,-1 1,1 0,0 2,0-2,0 1,-1 0,-1 1,0 0,1 1,-3 1,-3 4,-1 4,-2 2,-2 3,1 5,1 1,-1 2,0 3,-1 2,2 2,0 4,-2 4,-1 3,-1 1,0 4,-1 1,-1 1,1-1,0 0,1 0,1 0,2-6,2-3,1 0,2-2,0-3,3-3,1-4,4-8,3-5,2-9,4-8,4-9,1-9,-1-6,3-7,-3 1,-4 1,-3 1,-2 3,-3 4,-1 2,-1 1,1 1,0 1,-1-2,-1-1,0-2,-2 4,-1-1,-2 0,-1 0,0 5,-2 3,1 3,-1 3,1 4,1 2,-1 3,1 3,-1 2,-1 4,-2 6,-1 4,1 4,0 6,2 6,-1 4,0 1,-2 2,0 0,2-2,1 2,0-1,1-1,0 2,0 1,0 0,0-2,1 0,2 0,1-3,0-3,1-4,-2-1,0-1,0 1,0-2,1-1,0-2,1-5,1-6,2-7,1-8,0-6,2-11,-1-5,-1-5,-1 0,-1 0,-1 4,-3 4,0 5,-3 6,1 2,0 3,1-1,0 4,-3 1,1 2,-1 1,1 4,1 5,1 6,1 3,1 3,1 4,0 2,0 4,0 2,1 7,-1 9,0 11,0 10,0 6,2 2,2-1,2-7,1-7,0-6,1-8,1-8,-1-8,0-4,0-7,-1-3,0-4,-1 0,-1-1,-1-1,2-3,-1-4,-1-5,-1-6,-3-6,-1-6,-5-6,-2-3,-2-3,-3-2,-3-1,-2 0,0 2,-1 1,0 2,3 1,0 1,2 3,1 3,1 0,0 3,3 4,1 4,2 2,0 4,1 7,1 6,2 6,3 5,1 4,2 1,2 0,0 1,1-2,1 1,1 0,-1 0,0-1,0-3,1-3,-2-2,1-2,0-2,1-5,2-4,1-6,-1-10,-3-12,-3-13,-1-19,-5-24,-1-19,-2-6,-2 6,-3 15,0 18,0 17,1 15,1 13,2 9,0 8,-1 5,-1 7,0 5,2 5,1 1,2 3,1 4,1 0,0 3,0 3,0 1,1 3,-1 3,2 5,4 4,1 2,1 0,-1-4,1-2,0-1,-1-4,0-3,-1-3,0-5,-1-3,1-3,-1-3,-2-1,2-1,0-2,1-4,0-5,-1-6,-1-3,-1-5,-1-6,-3-3,-1-1,-2 2,-3 2,-2 4,-1 3,0 4,-1 3,1 4,-1 2,-1 2,1 6,0 6,1 5,-2 5,0 7,-4 11,-3 19,0 20,0 17,3 8,2-2,4-5,4-10,2-14,2-15,4-14,1-11,0-10,1-5,0-4,2-5,0-2,3-2,0-4,1-7,2-7,-1-7,0-11,-2-10,-3-6,-2-9,-6 0,-4 0,-3 1,-7 0,-4 1,-5 0,-1 5,-1 6,-1 5,2 4,1 7,1 5,2 5,2 5,1 5,3 3,3 3,2 3,3 2,1 0,2 3,2 2,1 3,3 1,1-1,2 2,1 0,1-1,1 0,1-2,1-1,2 0,-1-2,1-3,0-4,0-4,1-4,1-4,0-6,-2-3,-1-7,-1-5,-2-7,-2-2,-2-2,-3 2,-1 3,-3 3,-3 3,-1 6,-1 5,0 2,1 2,1 7,2 7,1 8,3 7,0 6,1 6,2 7,3 5,1 6,1 3,1-2,0-2,1-5,-1-5,0-7,0-5,-1-4,0-4,1-3,0-1,2-3,-1-2,2-4,-3-5,-1-3,-3-1,-1-1,-2-3,-1-3,0-2,-1 1,1 1,-2 2,-3 2,-2 2,-1 2,-2 5,0 5,1 6,2 5,3 2,1 1,2 2,1-1,0-1,0-2,1 2,1-1,0-1,1-1,-1 0,-1-1,2 0,0-1,1-1,0-5,-1-4,0-6,-1-6,-2-4,1-4,-1-4,0 0,0 0,-2 0,-1 3,-1 1,0 3,-2 1,1 3,1 1,3 3,2 4,2 6,1 3,0 6,0 0,0 3,2 0,-1 1,-2 0,0 1,0-1,0 1,2-3,-1 0,0-2,0-2,2 0,1-2,2-4,-2-3,-1-5,-1-2,-5 1,-3 0,-3 4,0 4,-2 6,0 3,0 2,1 2,0 3,3 1,1 1,1-1,1-1,1 1,2-2,1-1,-1-2,2-1,2-2,2-4,-1 0,0-2,3-1,1-1,1-1,0-1,0 0,-1 0,-1-3,-2 1,1-2,-2-3,-2 0,-2-3,1 0,-1 0,-1-1,0-2,-1-2,-1 0,0 0,0 1,-2 1,-2 1,-3-1,-1 0,-2 2,1 1,1 1,-1 1,0 3,-1 2,0 3,0 3,-1 4,1 3,1 2,3 1,1 1,3 0,1 0,1 0,0-1,1-1,-1-1,1 0,-1 0,2-2,2 0,1 2,1-2,1 0,0-1,2 2,1-1,-1 1,0-1,0-3,1 0,-3 0,-1 2,0-2,-3 0,-4-3,-4-1,0-3,-2-2,-1-2,-1-1,-1-2,-2-1,0-1,2 0,-3-1,2 0,-1 1,0-1,0 0,0 2,1 2,0 2,0-2,0 0,1 0,-1 2,1 0,-1 0,1 2,-1 1,2 2,3 4,2 2,2 3,2 1,4-2,1 1,2 0,0-1,1-1,-1 2,1 1,1-1,-1 0,0 1,0-2,-1 0,0 0,0-1,2 0,-4-2,-3-2,-3-5,-3-4,-2-4,-2-2,0-3,0-1,-1-1,0-1,1 1,0 2,1 1,1 0,-1 0,-1 3,1 1,1-1,1-1,0 4,2 5,1 4,1 5,2 2,1 2,1 1,0 1,1 0,0-1,-2 0,0 0,-3-2,-3-3,-3-1,-1-3,0-3,0-3,-1-1,2-1,-1 0,0 1,0 1,-2 2,2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29:55.546"/>
    </inkml:context>
    <inkml:brush xml:id="br0">
      <inkml:brushProperty name="width" value="0.35" units="cm"/>
      <inkml:brushProperty name="height" value="2.1" units="cm"/>
      <inkml:brushProperty name="color" value="#F6630D"/>
      <inkml:brushProperty name="ignorePressure" value="1"/>
      <inkml:brushProperty name="inkEffects" value="pencil"/>
    </inkml:brush>
  </inkml:definitions>
  <inkml:trace contextRef="#ctx0" brushRef="#br0">158 775,'0'-2,"0"-2,0-5,-2 1,-1-2,-1 0,0 0,-1-1,-2 0,-1 1,0-1,2-1,0-1,0 0,-2-2,-1-1,2 0,-1 1,0-1,1 1,-1 1,3-1,-2 1,2 1,1-2,0 1,0-1,0 0,-1 1,2 0,1 2,2 3,3 2,2 5,-1 4,-1 3,-1 4,0 1,-1 3,1 1,0-1,2 4,2 2,0 0,0 0,2 0,1-1,0 1,1-1,3 1,0-1,0-1,-1-3,-1-1,-2-1,0-3,0-3,0-2,1-3,0 0,0-1,0-1,-1-1,0-1,-1-3,1-3,-2-3,-1-3,-1-1,0 0,-2 0,1 1,-1 0,2 2,-1 1,0 4,-2 6,-2 6,-2 6,-2 4,0 2,-1 5,-1 0,2 1,1 2,1-2,1-2,1-1,0-1,0-2,0-2,2-2,3-7,0-6,-1-7,-1-8,-1-9,-3-2,0-4,-1 0,-2 0,0 3,1 1,0 5,0 3,0 2,0 2,1 2,1 1,0 4,1 8,0 5,0 3,0 5,0 3,0 1,1-1,-1 1,0-1,0-2,1-2,4-4,1-3,4-4,0-5,2-4,1-7,0-6,-1-3,0-5,0-2,-3-4,-1 1,-1 0,-3 0,-1-1,-2 3,0 1,-1 3,-1 3,1 2,0 4,-1 2,1 1,0 2,0 2,0 4,0 6,0 4,0 5,0 2,0 2,0 0,-2 2,0 1,-2 0,0 1,0-1,1 0,2 1,-2-1,0 2,-1 1,0 1,0 2,2 0,0 0,1-3,1-2,2-4,0-2,3-2,1-2,2-3,1-1,-1-3,0-2,1-1,-2-2,1-2,0-3,0-1,1-4,1-1,-2 0,-1 1,-1 0,-1 1,-2 2,1 3,-1 5,0 7,-1 6,-3 4,-2 5,-4 5,1 2,-2 4,2 6,-1 1,1 2,2-1,1-3,2-4,0-2,1-4,0-3,0-2,0 0,1-1,1-3,2-8,1-8,1-9,3-11,2-8,1-5,0-2,-2 2,-1 3,-2 4,0 5,-2 2,-1 5,-1 2,-2 2,-1 2,0 0,0 1,0 0,0 0,-1 0,1 0,0-1,0-1,0-1,0 0,0-1,0 0,0 0,0 1,0-1,0-1,0-3,0 1,0 1,0 2,0 1,0 1,0 1,2 0,0 1,1 3,0 4,1 3,-1 4,1 1,2 1,-1 3,-1 0,0 1,-1 0,1 1,-1 2,-2 0,2 0,0 2,0-1,1 1,-1 4,0 2,1 1,0-1,1-3,1-2,0-3,1-2,0-5,0-3,2-4,1-3,-1-4,0-1,2-2,-1-2,-1-3,-1-2,0 0,-3 0,1 2,-1 2,1 1,-2 0,0-1,-2 1,0 1,-2 1,1 0,-1 0,1 2,1 5,0 4,0 4,-3 5,-2 1,-1 3,-2 2,-1 1,0-1,0 1,1-1,-1-1,2 1,-1-1,1 0,1-1,1-1,0 1,0 0,0 0,2-1,2-2,2-5,2-5,1-4,3-5,2-3,-1-1,0-2,0-1,-1 2,0 0,-3 2,-1 0,0 1,0 2,-1 1,2 2,-2 3,0 5,-2 5,-2 3,-2 2,-2 0,0 1,0 1,2 4,0 0,-1 3,0 2,0-1,2 1,-2 1,-1-1,2 1,0-1,1-2,0-1,1-2,-1 0,2-2,-1-2,0 1,0 1,0 1,-2 0,0-1,0-2,0-1,1-1,0-1,0-1,1 1,2-3,0 0,1 0,1-1,-1 0,1 0,0 2,0 0,-1 0,-1 2,1-3,0 1,2-1,-1 1,-1 0,1-1,2-2,0-3,0-3,1-4,2-1,-2-3,1-2,0 0,1-3,1 0,0 1,-2 1,-1 2,-1 0,0 4,0-1,0 2,3-1,0-1,0 1,2 0,-1 0,-1-1,-2-1,1 0,0 1,-1 1,1 0,-1 2,2 0,0 2,1 1,0-1,-1 3,-3 3,-1 2,-5-1,-3 4,-3 0,-1 3,0 1,-2 0,0 1,-1 0,1-1,2 1,1-1,0 0,-2-1,-1-1,0-1,-3 0,1-1,1-1,1-1,1 0,2 1,0-2,-1-1,-1-3,1-2,2-5,1-4,4-4,1-3,3-2,4-1,2-2,0-1,0-2,2-1,0 4,1 1,-3 1,-1 1,0 1,-1 0,-1 3,1 1,-2 0,1 2,0 1,1 1,0-1,-1 0,1 1,-1 0,0 2,-1 0,0-1,-1-1,1 0,-1 5,-2 3,0 4,-2 5,-2 3,-1 1,-2 2,-4 2,-1 1,0 0,-1 3,0 0,0 1,1 0,1 0,1 0,0-2,2-1,1-2,2-2,2-1,4-4,2-3,3-5,3-4,1-6,2-5,0-2,2 0,1-1,3-2,-1-1,-1 2,0 3,-5 2,1 1,-2 0,0 1,0 0,-1 0,-2 1,0 3,0 2,0 2,-2 3,-2 3,-4 1,-2 3,-3 2,-3 2,0-1,-3 1,-2 3,0 3,-1 2,0 1,1 0,0-2,2-4,0 0,1-2,1 0,0-3,1-1,2 0,2-1,-1 0,-2-3,0-3,3-4,3-4,2-6,4-2,2-5,2-3,2-2,2 0,-3 1,-2 1,1 2,-1 5,0 3,-2 1,-1 2,1 1,-1 1,-2 4,-3 5,-5 6,-4 6,-4 1,-1 3,-2 1,-1 3,-1 0,0-2,1-2,1-1,2-3,0-4,1 2,1-1,-1 1,3-1,0-2,1-2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30:05.324"/>
    </inkml:context>
    <inkml:brush xml:id="br0">
      <inkml:brushProperty name="width" value="0.35" units="cm"/>
      <inkml:brushProperty name="height" value="2.1" units="cm"/>
      <inkml:brushProperty name="color" value="#FFC114"/>
      <inkml:brushProperty name="ignorePressure" value="1"/>
      <inkml:brushProperty name="inkEffects" value="pencil"/>
    </inkml:brush>
  </inkml:definitions>
  <inkml:trace contextRef="#ctx0" brushRef="#br0">162 603,'1'-2,"2"-2,-1-2,0-4,-1-4,0-3,-1-2,1-2,-3 0,-2-3,-3-2,-1 1,-2 0,1 0,2 1,1 1,-1 1,-1-1,0 1,0 2,0 2,2 2,-1 0,0-1,-1 0,-1 2,1 0,0 0,0 3,1 5,2 6,1 5,2 3,1 3,1 0,0 4,0 0,1 2,-1 1,2 0,1-1,1 0,0-1,0-1,1 1,-1 1,2 2,3 1,1-1,1 1,2 0,1 0,-1-2,0-3,-1 0,0-3,-1-1,0-2,-1-1,3-1,-1-2,1-2,-1-1,0 0,-2-3,-2-3,3-2,0-1,0-4,1-1,-1 0,0 0,0-1,-2-1,0 0,-3 0,0-1,0 0,-3 2,0 0,-2 8,-2 3,-2 7,-1 4,-2 3,-1 2,1 6,-4 2,-1 3,-1 3,1 4,2 1,0 1,1 0,1-5,1-2,2-1,1-3,2-4,0-1,1-2,0-1,1-2,-1-1,0 0,2-2,3-3,0-4,0-4,1-6,-2-5,1-3,0-5,-2-2,-1-2,1 0,0-1,-1 1,0 1,-1 2,0 3,1-1,0 1,1 1,-2 2,0 2,0 1,1 4,1 0,-1 7,0 4,-1 4,-2 5,-1 2,0 3,-2 2,-1 3,-3-2,1 0,0 0,0 0,3-1,2-4,5-4,2-7,5-8,4-7,0-6,0-8,1-5,-1-2,-1 1,-1 0,-3 0,0 1,-3 1,0 1,-1-1,1 3,0-1,0-1,1 1,-2 2,-1 2,-1 1,-1 2,-1 9,-1 10,0 9,-2 9,-3 6,-2 6,-1 1,-2 0,0-2,1-4,2-3,2-3,1-1,0-2,2-2,0-1,1-4,1-6,1-7,4-4,3-7,3-5,1-4,0-1,-1-3,-3 3,-2 2,0 2,-3 2,-1 4,-1 3,0 5,-2 6,1 8,0 4,0 2,-2 5,-3 6,-1 2,-1 2,0 2,-1 1,0-2,3-2,-1-1,2-3,0-1,2-3,1-2,2-4,5-7,5-8,6-9,3-9,3-8,0-8,-1-2,-2 2,-3 3,-3 5,-5 5,-1 5,-2 4,-1 4,0 3,0 3,-1 4,-1 4,-1 4,0 2,-2 4,-1 3,-3 3,-1 2,-1 1,0 0,0 1,0-2,2 0,1-3,1-2,2-1,-1-2,3-3,4-2,5-7,4-8,7-9,5-6,3-7,2-3,-1-1,-5 5,-4 3,-4 3,-1 3,-4 3,-2 5,-3 2,-1 4,0 1,-1 5,-2 5,-1 4,-1 2,-2 3,1 1,-2-1,-1 0,0-2,-1 0,1 0,1-2,1-1,4-4,1-6,1-3,1-5,2-3,-2-1,1-2,1-2,0 0,-1 1,-1 2,-1 4,-1 7,-2 6,-3 8,-4 4,-2 4,-3 4,1-1,0 3,0-1,3-2,2-3,1-1,1-2,1-2,2-3,4-5,4-6,0-4,2-6,0-4,0 0,-2-1,-2 0,1 1,0 3,-1 5,-3 5,-1 5,-4 3,-1 5,-2 1,1 1,1-1,0 0,0-1,0 0,1-1,2-2,2-3,3-2,-1-4,2-3,0-4,1 1,-1-2,0-1,0 2,-1 3,-4 2,-1 4,-3 3,-2 2,0 4,0 4,0 2,0 5,-1 4,-1 7,1 0,0 0,2 2,0-4,2-1,-1-2,1-4,0-5,1-3,-1-3,2-4,2-1,2-2,3-3,0-1,2-2,0-4,-2-3,0 0,-3 3,-1 4,-2 3,-3 6,-4 2,0 2,-3-2,1-1,2 0,0 0,4-2,3-2,1-4,2-6,2-4,2-4,3-6,-1-1,-1-1,-1-1,-2 1,-1 3,0 2,-1 1,-1 1,0 1,-1 2,1 0,1 1,2-1,0 0,0 0,0-2,1 1,0 0,0 1,1-2,1 0,-1-2,1 1,-2 1,-1 3,-1 1,-1 2,1 2,1 1,1 2,0-1,0-3,1-1,0 0,2 0,1-2,-2-1,1 1,-2 0,0 0,1 1,-3 0,0 1,0 2,-1-1,0 1,0 1,0 3,-2 3,-2 3,-1 2,-1 2,-1 1,0 0,0 0,-1 0,-1 2,-2 0,-1 0,-1 2,0 1,0-2,-1 1,-2 0,0 3,-1-3,2-2,-1-3,2 1,1-1,-1-1,0 1,1-1,0 0,1 0,-2 0,0 1,2 0,2 0,1 1,-1-1,1 1,-2-1,-2 1,0 0,0-2,0-5,2-6,1-4,3-8,1-3,3-4,2-3,0-2,1-1,-1 2,1 6,-1 1,0 5,-1 1,-1 0,-2 0,0 2,-1-1,-1 0,0 1,-1 3,-1 5,0 5,-1 4,0 6,-3 4,-1 1,-4 0,1 2,-1 2,-1 2,-1-1,1 0,-1 0,0-1,1 0,1-3,0-3,3-2,2-1,1-3,1-1,-1-1,-1-1,0-1,2-2,1-4,3-4,3-5,3-4,2-6,4-1,3-3,0 0,1-1,-2 4,-3 4,-1 2,-1 4,-2 2,0 2,1 3,-2 2,-1 7,-2 4,-3 5,-4 4,-2 3,-2 6,0 4,-1 2,2 1,2-1,0-2,0-3,0-6,1-4,1-5,0 0,4-4,2-7,3-2,3-5,1-4,0-1,0-1,-2-2,1 1,0 0,-1 1,-2-1,0 3,0 2,-2 2,-2 3,-1 5,-3 0,-1 3,-2 2,-2 3,1 0,1 0,1 0,2 0,-1-2,0-2,0 1,2-1,0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30:12.599"/>
    </inkml:context>
    <inkml:brush xml:id="br0">
      <inkml:brushProperty name="width" value="0.35" units="cm"/>
      <inkml:brushProperty name="height" value="2.1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785 1256,'-9'-4,"-16"-8,-14-7,-9-5,-8 1,-3 3,1 6,5 5,6 4,8 3,5 4,6 3,5 4,4 3,3 0,2 3,0-2,2 1,0 0,3 0,2 1,2-1,-2 1,2-1,-1 0,1 0,1 0,1 0,2-1,0-2,3-1,0-2,3-1,3-3,2-1,7 0,6 0,8-1,9 0,9-1,7-1,6 0,6 0,0 0,-5 0,-5 0,-9-2,-8-1,-7 1,-7-2,-5 1,-3-2,-2-2,-3 1,-2-1,0 0,-2-2,0 0,-1-2,-2 1,-1-1,-1 1,-4-1,-4 2,-3 1,-3-1,-1 0,-4 2,-6 1,-4 3,-5 0,-2 3,-3 1,-2 3,-1 3,-1 2,0 1,2 3,1 2,3 2,3 1,2 0,1 1,2-1,4 0,5-1,3-2,1-1,3-2,2-1,3 0,3-3,2-4,6-4,5-3,4-4,5-4,4-4,2-4,-1 1,-1-1,-3 3,-2 2,-5 2,-4 1,-2 1,-1 0,-1 0,-3 0,-2 0,-3-2,-4-1,-4 0,-4 2,-2 3,-3 2,-2-1,-1 1,-3 2,1 1,0 2,-1 0,1 1,1 0,1 0,1 2,1 1,2 3,1 1,1 2,1 4,-1 1,1 0,3 2,1 1,0-2,0-2,2-1,1-1,1-1,1 0,1 0,2-1,4-3,5-4,3-4,3-3,2-4,3-1,0-1,0 0,0-2,-1-1,0 1,1 2,-2-1,-3 1,-1-1,0 1,-1 0,-2 0,-2 2,-1 1,-3 0,-1-1,-2 0,-1-1,-1 2,-4 0,-2-1,-1 2,-2 2,-3 2,-2 1,-1 1,-1 1,-3 2,0 2,0 3,0 2,-1 2,4 2,0 1,2-1,0 3,3 0,1 0,2 0,2 0,-1-1,2 0,1-1,2 0,1-2,2 0,0-1,0 0,0-1,0 1,2-3,3-1,2-4,1-2,2-3,0 0,1-2,2-2,2-3,2-3,3 0,-2-2,1-1,0 3,1-1,-2 1,1 0,-1-2,2-1,-2-1,-2 3,-1 2,-3 1,-2 0,-1-2,-3 0,-2 0,-1 0,-6 2,-5 3,-5 2,-4 3,-3 1,-3 1,1 2,-2 4,-1 4,2 3,1 2,2 0,1-1,-1 0,4 2,2-1,2 0,1 0,3 2,1-1,1-1,2-1,2-1,2-3,4-2,1 0,1-1,1-2,2-2,1-1,1-2,-1-2,3-2,2-1,4-1,4-2,6-1,5 0,0-2,-1-1,1-1,-3-1,-3 2,-2-2,-3 2,-1 1,-2-1,0-1,1 1,-2-2,-2 2,-2-1,0 1,-1-3,-1 3,-3 0,-1 2,0 0,-2-1,0 1,-3 2,-5 2,-3 5,-4 6,-6 4,-3 6,0 2,0 1,0 1,1-1,1-1,2-1,1-1,0-1,2 0,1 0,3 0,0-2,2 0,1-1,1 0,1-1,0 1,3-2,3-3,1-2,3-4,1-5,0-2,1-1,0-2,1 0,-1-1,-1 0,-1 0,-2 0,-1 0,-2 1,1-1,2-2,0 2,0 1,-2-2,-1-1,-2-1,1 0,0 0,-1 1,0 1,-1 0,-1 1,-1 2,-3 3,-3 2,0 3,0 5,1 2,1 3,-1-1,2 1,3-4,1-4,3-2,1-3,1-4,2-1,0-1,0 0,1 0,-1-1,0 2,-1 1,0-1,-1 0,1 0,1-1,-1 0,1 0,0-1,0 0,-2 1,0-3,1 2,0 0,0 1,0 0,0 0,1 0,-1 0,-1-1,0 1,1 1,0-1,0-1,-1 0,-1-2,1 2,-1 0,1 0,0 1,-2 0,0 0,-2-1,0 1,-3 1,-2 5,-3 2,-1 4,0 5,-1 5,1 3,-3 1,0 1,1 3,0 1,-2-2,2-1,0-1,0-2,0 2,-1-4,3-1,2-2,0 0,0 0,0 0,0-2,1 0,1 0,-1 1,0 2,-1 1,0-2,1 0,0 0,3 0,0 0,-1 0,-1 0,-1 0,2 1,0-1,-1 1,1 0,2-3,3-1,1-5,1-4,0-2,3-1,1-3,-1-1,0 1,2 0,-2-1,0 2,1 1,0 1,0-1,-1-2,1 2,1-2,-1-1,1-2,1-1,1-2,0-1,1-3,-1-2,0 0,1 0,2 3,-3 0,-1 1,1 2,1 0,0-2,-2 0,1 1,0 2,0 0,-1 2,-2 2,1 0,-2 1,0 0,1-1,0 1,-1 0,-3 2,-4 3,-3 5,0 3,-1 4,-3 3,-1 1,0 2,1 2,-2 1,0 2,-2 1,-1 0,-1-1,2 1,0 1,-1-2,1-1,-3 1,3-1,0 0,2-1,2-1,-1-2,-1 0,2-1,0-2,1-2,0 1,-1-1,1-1,1 0,0-1,1-4,2-8,4-9,5-10,5-7,3-6,1-5,1 2,-2 2,-2 3,-3 4,-2 6,-3 5,-2 3,-1 3,-2 3,0 0,-3 2,-1 4,-3 5,-2 2,-1 2,0 5,-3 1,1 1,1 3,1-1,-2 2,-3 2,2 2,-1 3,-1-2,-1 0,0-3,2 0,0-1,0-3,1 1,1 0,1-2,0-1,-1 0,-1-1,0 0,1-2,0-1,1-2,1-4,2-3,2-4,1-5,3-4,0-7,2-7,2-5,0-6,3 0,-1 0,0 4,-1 3,-1 5,-1 4,-1 5,0 1,0 3,0 1,0 1,2-1,0 0,0-1,2-1,1 3,0 2,0 0,0 2,0 1,-2 3,0 4,-2 4,0 5,-1 6,0 3,0 1,-2 1,-1 2,-1-1,-1 3,0-2,0 1,-1 2,1-1,1 0,1 1,1-4,2 0,-1 0,2 0,-1-2,0 1,0 0,0-1,1-3,-1-1,0-2,0-5,0-8,3-10,4-11,1-12,3-6,0-8,0-1,0 0,0 3,0 4,0 3,-2 7,-2 2,-1 4,-2 3,0 5,-2 2,-1 1,1 0,0 2,0-2,0 1,-1 0,-1 1,0 0,1 1,-3 1,-3 4,-1 4,-2 2,-2 3,1 5,1 1,-1 2,0 3,-1 2,2 2,0 4,-2 4,-1 3,-1 1,0 4,-1 1,-1 1,1-1,0 0,1 0,1 0,2-6,2-3,1 0,2-2,0-3,3-3,1-4,4-8,3-5,2-9,4-8,4-9,1-9,-1-6,3-7,-3 1,-4 1,-3 1,-2 3,-3 4,-1 2,-1 1,1 1,0 1,-1-2,-1-1,0-2,-2 4,-1-1,-2 0,-1 0,0 5,-2 3,1 3,-1 3,1 4,1 2,-1 3,1 3,-1 2,-1 4,-2 6,-1 4,1 4,0 6,2 6,-1 4,0 1,-2 2,0 0,2-2,1 2,0-1,1-1,0 2,0 1,0 0,0-2,1 0,2 0,1-3,0-3,1-4,-2-1,0-1,0 1,0-2,1-1,0-2,1-5,1-6,2-7,1-8,0-6,2-11,-1-5,-1-5,-1 0,-1 0,-1 4,-3 4,0 5,-3 6,1 2,0 3,1-1,0 4,-3 1,1 2,-1 1,1 4,1 5,1 6,1 3,1 3,1 4,0 2,0 4,0 2,1 7,-1 9,0 11,0 10,0 6,2 2,2-1,2-7,1-7,0-6,1-8,1-8,-1-8,0-4,0-7,-1-3,0-4,-1 0,-1-1,-1-1,2-3,-1-4,-1-5,-1-6,-3-6,-1-6,-5-6,-2-3,-2-3,-3-2,-3-1,-2 0,0 2,-1 1,0 2,3 1,0 1,2 3,1 3,1 0,0 3,3 4,1 4,2 2,0 4,1 7,1 6,2 6,3 5,1 4,2 1,2 0,0 1,1-2,1 1,1 0,-1 0,0-1,0-3,1-3,-2-2,1-2,0-2,1-5,2-4,1-6,-1-10,-3-12,-3-13,-1-19,-5-24,-1-19,-2-6,-2 6,-3 15,0 18,0 17,1 15,1 13,2 9,0 8,-1 5,-1 7,0 5,2 5,1 1,2 3,1 4,1 0,0 3,0 3,0 1,1 3,-1 3,2 5,4 4,1 2,1 0,-1-4,1-2,0-1,-1-4,0-3,-1-3,0-5,-1-3,1-3,-1-3,-2-1,2-1,0-2,1-4,0-5,-1-6,-1-3,-1-5,-1-6,-3-3,-1-1,-2 2,-3 2,-2 4,-1 3,0 4,-1 3,1 4,-1 2,-1 2,1 6,0 6,1 5,-2 5,0 7,-4 11,-3 19,0 20,0 17,3 8,2-2,4-5,4-10,2-14,2-15,4-14,1-11,0-10,1-5,0-4,2-5,0-2,3-2,0-4,1-7,2-7,-1-7,0-11,-2-10,-3-6,-2-9,-6 0,-4 0,-3 1,-7 0,-4 1,-5 0,-1 5,-1 6,-1 5,2 4,1 7,1 5,2 5,2 5,1 5,3 3,3 3,2 3,3 2,1 0,2 3,2 2,1 3,3 1,1-1,2 2,1 0,1-1,1 0,1-2,1-1,2 0,-1-2,1-3,0-4,0-4,1-4,1-4,0-6,-2-3,-1-7,-1-5,-2-7,-2-2,-2-2,-3 2,-1 3,-3 3,-3 3,-1 6,-1 5,0 2,1 2,1 7,2 7,1 8,3 7,0 6,1 6,2 7,3 5,1 6,1 3,1-2,0-2,1-5,-1-5,0-7,0-5,-1-4,0-4,1-3,0-1,2-3,-1-2,2-4,-3-5,-1-3,-3-1,-1-1,-2-3,-1-3,0-2,-1 1,1 1,-2 2,-3 2,-2 2,-1 2,-2 5,0 5,1 6,2 5,3 2,1 1,2 2,1-1,0-1,0-2,1 2,1-1,0-1,1-1,-1 0,-1-1,2 0,0-1,1-1,0-5,-1-4,0-6,-1-6,-2-4,1-4,-1-4,0 0,0 0,-2 0,-1 3,-1 1,0 3,-2 1,1 3,1 1,3 3,2 4,2 6,1 3,0 6,0 0,0 3,2 0,-1 1,-2 0,0 1,0-1,0 1,2-3,-1 0,0-2,0-2,2 0,1-2,2-4,-2-3,-1-5,-1-2,-5 1,-3 0,-3 4,0 4,-2 6,0 3,0 2,1 2,0 3,3 1,1 1,1-1,1-1,1 1,2-2,1-1,-1-2,2-1,2-2,2-4,-1 0,0-2,3-1,1-1,1-1,0-1,0 0,-1 0,-1-3,-2 1,1-2,-2-3,-2 0,-2-3,1 0,-1 0,-1-1,0-2,-1-2,-1 0,0 0,0 1,-2 1,-2 1,-3-1,-1 0,-2 2,1 1,1 1,-1 1,0 3,-1 2,0 3,0 3,-1 4,1 3,1 2,3 1,1 1,3 0,1 0,1 0,0-1,1-1,-1-1,1 0,-1 0,2-2,2 0,1 2,1-2,1 0,0-1,2 2,1-1,-1 1,0-1,0-3,1 0,-3 0,-1 2,0-2,-3 0,-4-3,-4-1,0-3,-2-2,-1-2,-1-1,-1-2,-2-1,0-1,2 0,-3-1,2 0,-1 1,0-1,0 0,0 2,1 2,0 2,0-2,0 0,1 0,-1 2,1 0,-1 0,1 2,-1 1,2 2,3 4,2 2,2 3,2 1,4-2,1 1,2 0,0-1,1-1,-1 2,1 1,1-1,-1 0,0 1,0-2,-1 0,0 0,0-1,2 0,-4-2,-3-2,-3-5,-3-4,-2-4,-2-2,0-3,0-1,-1-1,0-1,1 1,0 2,1 1,1 0,-1 0,-1 3,1 1,1-1,1-1,0 4,2 5,1 4,1 5,2 2,1 2,1 1,0 1,1 0,0-1,-2 0,0 0,-3-2,-3-3,-3-1,-1-3,0-3,0-3,-1-1,2-1,-1 0,0 1,0 1,-2 2,2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30:12.600"/>
    </inkml:context>
    <inkml:brush xml:id="br0">
      <inkml:brushProperty name="width" value="0.35" units="cm"/>
      <inkml:brushProperty name="height" value="2.1" units="cm"/>
      <inkml:brushProperty name="color" value="#F6630D"/>
      <inkml:brushProperty name="ignorePressure" value="1"/>
      <inkml:brushProperty name="inkEffects" value="pencil"/>
    </inkml:brush>
  </inkml:definitions>
  <inkml:trace contextRef="#ctx0" brushRef="#br0">158 775,'0'-2,"0"-2,0-5,-2 1,-1-2,-1 0,0 0,-1-1,-2 0,-1 1,0-1,2-1,0-1,0 0,-2-2,-1-1,2 0,-1 1,0-1,1 1,-1 1,3-1,-2 1,2 1,1-2,0 1,0-1,0 0,-1 1,2 0,1 2,2 3,3 2,2 5,-1 4,-1 3,-1 4,0 1,-1 3,1 1,0-1,2 4,2 2,0 0,0 0,2 0,1-1,0 1,1-1,3 1,0-1,0-1,-1-3,-1-1,-2-1,0-3,0-3,0-2,1-3,0 0,0-1,0-1,-1-1,0-1,-1-3,1-3,-2-3,-1-3,-1-1,0 0,-2 0,1 1,-1 0,2 2,-1 1,0 4,-2 6,-2 6,-2 6,-2 4,0 2,-1 5,-1 0,2 1,1 2,1-2,1-2,1-1,0-1,0-2,0-2,2-2,3-7,0-6,-1-7,-1-8,-1-9,-3-2,0-4,-1 0,-2 0,0 3,1 1,0 5,0 3,0 2,0 2,1 2,1 1,0 4,1 8,0 5,0 3,0 5,0 3,0 1,1-1,-1 1,0-1,0-2,1-2,4-4,1-3,4-4,0-5,2-4,1-7,0-6,-1-3,0-5,0-2,-3-4,-1 1,-1 0,-3 0,-1-1,-2 3,0 1,-1 3,-1 3,1 2,0 4,-1 2,1 1,0 2,0 2,0 4,0 6,0 4,0 5,0 2,0 2,0 0,-2 2,0 1,-2 0,0 1,0-1,1 0,2 1,-2-1,0 2,-1 1,0 1,0 2,2 0,0 0,1-3,1-2,2-4,0-2,3-2,1-2,2-3,1-1,-1-3,0-2,1-1,-2-2,1-2,0-3,0-1,1-4,1-1,-2 0,-1 1,-1 0,-1 1,-2 2,1 3,-1 5,0 7,-1 6,-3 4,-2 5,-4 5,1 2,-2 4,2 6,-1 1,1 2,2-1,1-3,2-4,0-2,1-4,0-3,0-2,0 0,1-1,1-3,2-8,1-8,1-9,3-11,2-8,1-5,0-2,-2 2,-1 3,-2 4,0 5,-2 2,-1 5,-1 2,-2 2,-1 2,0 0,0 1,0 0,0 0,-1 0,1 0,0-1,0-1,0-1,0 0,0-1,0 0,0 0,0 1,0-1,0-1,0-3,0 1,0 1,0 2,0 1,0 1,0 1,2 0,0 1,1 3,0 4,1 3,-1 4,1 1,2 1,-1 3,-1 0,0 1,-1 0,1 1,-1 2,-2 0,2 0,0 2,0-1,1 1,-1 4,0 2,1 1,0-1,1-3,1-2,0-3,1-2,0-5,0-3,2-4,1-3,-1-4,0-1,2-2,-1-2,-1-3,-1-2,0 0,-3 0,1 2,-1 2,1 1,-2 0,0-1,-2 1,0 1,-2 1,1 0,-1 0,1 2,1 5,0 4,0 4,-3 5,-2 1,-1 3,-2 2,-1 1,0-1,0 1,1-1,-1-1,2 1,-1-1,1 0,1-1,1-1,0 1,0 0,0 0,2-1,2-2,2-5,2-5,1-4,3-5,2-3,-1-1,0-2,0-1,-1 2,0 0,-3 2,-1 0,0 1,0 2,-1 1,2 2,-2 3,0 5,-2 5,-2 3,-2 2,-2 0,0 1,0 1,2 4,0 0,-1 3,0 2,0-1,2 1,-2 1,-1-1,2 1,0-1,1-2,0-1,1-2,-1 0,2-2,-1-2,0 1,0 1,0 1,-2 0,0-1,0-2,0-1,1-1,0-1,0-1,1 1,2-3,0 0,1 0,1-1,-1 0,1 0,0 2,0 0,-1 0,-1 2,1-3,0 1,2-1,-1 1,-1 0,1-1,2-2,0-3,0-3,1-4,2-1,-2-3,1-2,0 0,1-3,1 0,0 1,-2 1,-1 2,-1 0,0 4,0-1,0 2,3-1,0-1,0 1,2 0,-1 0,-1-1,-2-1,1 0,0 1,-1 1,1 0,-1 2,2 0,0 2,1 1,0-1,-1 3,-3 3,-1 2,-5-1,-3 4,-3 0,-1 3,0 1,-2 0,0 1,-1 0,1-1,2 1,1-1,0 0,-2-1,-1-1,0-1,-3 0,1-1,1-1,1-1,1 0,2 1,0-2,-1-1,-1-3,1-2,2-5,1-4,4-4,1-3,3-2,4-1,2-2,0-1,0-2,2-1,0 4,1 1,-3 1,-1 1,0 1,-1 0,-1 3,1 1,-2 0,1 2,0 1,1 1,0-1,-1 0,1 1,-1 0,0 2,-1 0,0-1,-1-1,1 0,-1 5,-2 3,0 4,-2 5,-2 3,-1 1,-2 2,-4 2,-1 1,0 0,-1 3,0 0,0 1,1 0,1 0,1 0,0-2,2-1,1-2,2-2,2-1,4-4,2-3,3-5,3-4,1-6,2-5,0-2,2 0,1-1,3-2,-1-1,-1 2,0 3,-5 2,1 1,-2 0,0 1,0 0,-1 0,-2 1,0 3,0 2,0 2,-2 3,-2 3,-4 1,-2 3,-3 2,-3 2,0-1,-3 1,-2 3,0 3,-1 2,0 1,1 0,0-2,2-4,0 0,1-2,1 0,0-3,1-1,2 0,2-1,-1 0,-2-3,0-3,3-4,3-4,2-6,4-2,2-5,2-3,2-2,2 0,-3 1,-2 1,1 2,-1 5,0 3,-2 1,-1 2,1 1,-1 1,-2 4,-3 5,-5 6,-4 6,-4 1,-1 3,-2 1,-1 3,-1 0,0-2,1-2,1-1,2-3,0-4,1 2,1-1,-1 1,3-1,0-2,1-2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30:12.601"/>
    </inkml:context>
    <inkml:brush xml:id="br0">
      <inkml:brushProperty name="width" value="0.35" units="cm"/>
      <inkml:brushProperty name="height" value="2.1" units="cm"/>
      <inkml:brushProperty name="color" value="#FFC114"/>
      <inkml:brushProperty name="ignorePressure" value="1"/>
      <inkml:brushProperty name="inkEffects" value="pencil"/>
    </inkml:brush>
  </inkml:definitions>
  <inkml:trace contextRef="#ctx0" brushRef="#br0">162 603,'1'-2,"2"-2,-1-2,0-4,-1-4,0-3,-1-2,1-2,-3 0,-2-3,-3-2,-1 1,-2 0,1 0,2 1,1 1,-1 1,-1-1,0 1,0 2,0 2,2 2,-1 0,0-1,-1 0,-1 2,1 0,0 0,0 3,1 5,2 6,1 5,2 3,1 3,1 0,0 4,0 0,1 2,-1 1,2 0,1-1,1 0,0-1,0-1,1 1,-1 1,2 2,3 1,1-1,1 1,2 0,1 0,-1-2,0-3,-1 0,0-3,-1-1,0-2,-1-1,3-1,-1-2,1-2,-1-1,0 0,-2-3,-2-3,3-2,0-1,0-4,1-1,-1 0,0 0,0-1,-2-1,0 0,-3 0,0-1,0 0,-3 2,0 0,-2 8,-2 3,-2 7,-1 4,-2 3,-1 2,1 6,-4 2,-1 3,-1 3,1 4,2 1,0 1,1 0,1-5,1-2,2-1,1-3,2-4,0-1,1-2,0-1,1-2,-1-1,0 0,2-2,3-3,0-4,0-4,1-6,-2-5,1-3,0-5,-2-2,-1-2,1 0,0-1,-1 1,0 1,-1 2,0 3,1-1,0 1,1 1,-2 2,0 2,0 1,1 4,1 0,-1 7,0 4,-1 4,-2 5,-1 2,0 3,-2 2,-1 3,-3-2,1 0,0 0,0 0,3-1,2-4,5-4,2-7,5-8,4-7,0-6,0-8,1-5,-1-2,-1 1,-1 0,-3 0,0 1,-3 1,0 1,-1-1,1 3,0-1,0-1,1 1,-2 2,-1 2,-1 1,-1 2,-1 9,-1 10,0 9,-2 9,-3 6,-2 6,-1 1,-2 0,0-2,1-4,2-3,2-3,1-1,0-2,2-2,0-1,1-4,1-6,1-7,4-4,3-7,3-5,1-4,0-1,-1-3,-3 3,-2 2,0 2,-3 2,-1 4,-1 3,0 5,-2 6,1 8,0 4,0 2,-2 5,-3 6,-1 2,-1 2,0 2,-1 1,0-2,3-2,-1-1,2-3,0-1,2-3,1-2,2-4,5-7,5-8,6-9,3-9,3-8,0-8,-1-2,-2 2,-3 3,-3 5,-5 5,-1 5,-2 4,-1 4,0 3,0 3,-1 4,-1 4,-1 4,0 2,-2 4,-1 3,-3 3,-1 2,-1 1,0 0,0 1,0-2,2 0,1-3,1-2,2-1,-1-2,3-3,4-2,5-7,4-8,7-9,5-6,3-7,2-3,-1-1,-5 5,-4 3,-4 3,-1 3,-4 3,-2 5,-3 2,-1 4,0 1,-1 5,-2 5,-1 4,-1 2,-2 3,1 1,-2-1,-1 0,0-2,-1 0,1 0,1-2,1-1,4-4,1-6,1-3,1-5,2-3,-2-1,1-2,1-2,0 0,-1 1,-1 2,-1 4,-1 7,-2 6,-3 8,-4 4,-2 4,-3 4,1-1,0 3,0-1,3-2,2-3,1-1,1-2,1-2,2-3,4-5,4-6,0-4,2-6,0-4,0 0,-2-1,-2 0,1 1,0 3,-1 5,-3 5,-1 5,-4 3,-1 5,-2 1,1 1,1-1,0 0,0-1,0 0,1-1,2-2,2-3,3-2,-1-4,2-3,0-4,1 1,-1-2,0-1,0 2,-1 3,-4 2,-1 4,-3 3,-2 2,0 4,0 4,0 2,0 5,-1 4,-1 7,1 0,0 0,2 2,0-4,2-1,-1-2,1-4,0-5,1-3,-1-3,2-4,2-1,2-2,3-3,0-1,2-2,0-4,-2-3,0 0,-3 3,-1 4,-2 3,-3 6,-4 2,0 2,-3-2,1-1,2 0,0 0,4-2,3-2,1-4,2-6,2-4,2-4,3-6,-1-1,-1-1,-1-1,-2 1,-1 3,0 2,-1 1,-1 1,0 1,-1 2,1 0,1 1,2-1,0 0,0 0,0-2,1 1,0 0,0 1,1-2,1 0,-1-2,1 1,-2 1,-1 3,-1 1,-1 2,1 2,1 1,1 2,0-1,0-3,1-1,0 0,2 0,1-2,-2-1,1 1,-2 0,0 0,1 1,-3 0,0 1,0 2,-1-1,0 1,0 1,0 3,-2 3,-2 3,-1 2,-1 2,-1 1,0 0,0 0,-1 0,-1 2,-2 0,-1 0,-1 2,0 1,0-2,-1 1,-2 0,0 3,-1-3,2-2,-1-3,2 1,1-1,-1-1,0 1,1-1,0 0,1 0,-2 0,0 1,2 0,2 0,1 1,-1-1,1 1,-2-1,-2 1,0 0,0-2,0-5,2-6,1-4,3-8,1-3,3-4,2-3,0-2,1-1,-1 2,1 6,-1 1,0 5,-1 1,-1 0,-2 0,0 2,-1-1,-1 0,0 1,-1 3,-1 5,0 5,-1 4,0 6,-3 4,-1 1,-4 0,1 2,-1 2,-1 2,-1-1,1 0,-1 0,0-1,1 0,1-3,0-3,3-2,2-1,1-3,1-1,-1-1,-1-1,0-1,2-2,1-4,3-4,3-5,3-4,2-6,4-1,3-3,0 0,1-1,-2 4,-3 4,-1 2,-1 4,-2 2,0 2,1 3,-2 2,-1 7,-2 4,-3 5,-4 4,-2 3,-2 6,0 4,-1 2,2 1,2-1,0-2,0-3,0-6,1-4,1-5,0 0,4-4,2-7,3-2,3-5,1-4,0-1,0-1,-2-2,1 1,0 0,-1 1,-2-1,0 3,0 2,-2 2,-2 3,-1 5,-3 0,-1 3,-2 2,-2 3,1 0,1 0,1 0,2 0,-1-2,0-2,0 1,2-1,0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30:33.232"/>
    </inkml:context>
    <inkml:brush xml:id="br0">
      <inkml:brushProperty name="width" value="0.35" units="cm"/>
      <inkml:brushProperty name="height" value="2.1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785 1257,'-9'-4,"-16"-8,-14-7,-9-5,-8 1,-3 3,1 6,5 5,6 5,8 1,5 5,6 3,5 4,4 3,3 1,2 1,0 0,2-1,0 1,3 1,2-1,2 0,-2 1,2-1,-1 0,1 0,1 1,1-2,2 0,0-1,3-3,0 0,3-3,3-1,2-3,7 2,6-2,8 1,9-2,9 0,7-1,6 0,6 0,0 0,-5 0,-5 0,-9-2,-8 0,-7-1,-7 0,-5-1,-3-1,-2-2,-3 1,-2 0,0-2,-2-1,0 0,-1-1,-2-1,-1 1,-1-1,-4 0,-4 2,-3 1,-3-1,-1 1,-4 0,-6 3,-4 1,-5 2,-2 1,-3 2,-2 4,-1 2,-1 1,0 2,2 3,1 2,3 3,3-1,2 1,1 1,2-1,4 0,5-1,3-2,1-1,3-2,2-1,3 0,3-3,2-3,6-6,5-1,4-5,5-5,4-3,2-4,-1 1,-1-1,-3 3,-2 2,-5 2,-4 2,-2-1,-1 1,-1 0,-3 0,-2 0,-3-2,-4-1,-4 0,-4 2,-2 4,-3 0,-2 0,-1 1,-3 2,1 1,0 2,-1 0,1 1,1 0,1 0,1 3,1-1,2 4,1 1,1 2,1 4,-1 2,1-1,3 1,1 2,0-2,0-2,2-1,1-1,1-1,1 1,1-1,2-2,4-2,5-4,3-4,3-3,2-3,3-2,0-1,0-1,0-1,-1 0,0-1,1 3,-2 0,-3-1,-1 1,0-1,-1 1,-2 0,-2 2,-1 1,-3 0,-1-1,-2 0,-1-1,-1 2,-4 0,-2 0,-1 1,-2 1,-3 3,-2 1,-1 1,-1 1,-3 2,0 3,0 1,0 3,-1 3,4 1,0 0,2 0,0 3,3 0,1 0,2 1,2-2,-1 0,2 0,1-1,2 0,1-2,2 0,0-1,0 0,0 0,0-1,2-1,3-3,2-2,1-4,2-1,0-1,1-2,2-2,2-4,2-1,3-2,-2-1,1 0,0 1,1 1,-2-1,1 1,-1-1,2-3,-2 1,-2 2,-1 1,-3 2,-2 0,-1-1,-3-2,-2 1,-1 0,-6 2,-5 3,-5 2,-4 3,-3 1,-3 1,1 2,-2 5,-1 2,2 4,1 3,2-1,1-2,-1 1,4 2,2 0,2-2,1 2,3 0,1 0,1 0,2-3,2 0,2-3,4-2,1 1,1-3,1-1,2-2,1-1,1-2,-1-1,3-4,2 0,4-1,4-2,6 0,5-2,0 0,-1-3,1 0,-3 0,-3 0,-2-1,-3 2,-1 1,-2-1,0 0,1-1,-2 0,-2 0,-2 1,0-1,-1-1,-1 1,-3 2,-1 0,0 1,-2 0,0 0,-3 1,-5 3,-3 6,-4 4,-6 6,-3 4,0 3,0 2,0 0,1-1,1-2,2 0,1-1,0-1,2 1,1-1,3-1,0 0,2-2,1 0,1 0,1 0,0-1,3-1,3-3,1-2,3-3,1-7,0-1,1-1,0-2,1 0,-1-1,-1 0,-1 0,-2 0,-1 1,-2-1,1 0,2-1,0 0,0 2,-2-2,-1 0,-2-3,1 1,0 0,-1 1,0 1,-1 0,-1 1,-1 2,-3 3,-3 2,0 4,0 3,1 4,1 1,-1 1,2-1,3-2,1-5,3-2,1-3,1-5,2 0,0-1,0 0,1 0,-1-1,0 2,-1 1,0-1,-1 1,1-2,1 1,-1-2,1 1,0-1,0 1,-2-1,0-1,1 0,0 2,0 0,0-1,0 1,1 0,-1 0,-1 0,0-1,1 2,0-1,0 0,-1-1,-1-2,1 1,-1 1,1 1,0-1,-2 1,0 0,-2 0,0-1,-3 3,-2 3,-3 3,-1 4,0 5,-1 5,1 4,-3-1,0 3,1 1,0 2,-2-2,2-1,0-1,0-1,0 0,-1-3,3-1,2-1,0-1,0-1,0 1,0-2,1 0,1 0,-1 1,0 2,-1 1,0-1,1-1,0-1,3 1,0 0,-1 0,-1 0,-1 0,2 1,0 0,-1-1,1 1,2-2,3-3,1-4,1-4,0-1,3-3,1-2,-1-1,0 1,2 0,-2-1,0 2,1 1,0 1,0-1,-1-2,1 2,1-1,-1-3,1-1,1-1,1-1,0-3,1-2,-1-2,0 0,1 1,2 1,-3 1,-1 2,1 0,1 1,0-2,-2 0,1 1,0 2,0 1,-1 0,-2 3,1 1,-2 0,0-1,1 0,0 1,-1 1,-3 0,-4 5,-3 3,0 4,-1 4,-3 3,-1 1,0 2,1 2,-2 2,0 1,-2 0,-1 2,-1-3,2 2,0 1,-1-2,1-1,-3 1,3 0,0-2,2 0,2-1,-1-2,-1 0,2-1,0-2,1-2,0 1,-1-1,1 0,1-1,0-2,1-3,2-8,4-9,5-9,5-9,3-5,1-5,1 2,-2 2,-2 3,-3 5,-2 4,-3 6,-2 3,-1 4,-2 1,0 1,-3 2,-1 4,-3 5,-2 2,-1 3,0 3,-3 2,1 2,1 1,1 1,-2 1,-3 1,2 4,-1 1,-1-1,-1 0,0-2,2-1,0-2,0-1,1 0,1-1,1-1,0 0,-1-2,-1 0,0 0,1-2,0-1,1-2,1-3,2-5,2-3,1-5,3-3,0-8,2-7,2-6,0-5,3 0,-1 0,0 4,-1 4,-1 3,-1 5,-1 5,0 2,0 1,0 2,0 1,2-1,0 0,0-1,2 0,1 2,0 1,0 1,0 2,0 1,-2 3,0 4,-2 4,0 5,-1 6,0 3,0 1,-2 2,-1 0,-1 1,-1 1,0-1,0 2,-1 1,1-2,1 2,1-1,1-3,2 0,-1 0,2 0,-1-1,0 0,0 0,0-2,1-1,-1-3,0-1,0-5,0-7,3-12,4-10,1-11,3-8,0-7,0-1,0 0,0 3,0 4,0 3,-2 7,-2 3,-1 2,-2 5,0 3,-2 3,-1 1,1 1,0 0,0 0,0-1,-1 1,-1 1,0 0,1 1,-3 2,-3 2,-1 5,-2 2,-2 4,1 3,1 2,-1 2,0 4,-1 0,2 3,0 5,-2 2,-1 4,-1 2,0 2,-1 2,-1 1,1-1,0 1,1-1,1-1,2-4,2-4,1-1,2-1,0-3,3-3,1-4,4-7,3-6,2-9,4-9,4-7,1-10,-1-6,3-7,-3 1,-4 1,-3 1,-2 2,-3 6,-1 0,-1 2,1 1,0 1,-1-1,-1-3,0 0,-2 2,-1 0,-2 0,-1 1,0 3,-2 5,1 1,-1 4,1 4,1 2,-1 4,1 1,-1 3,-1 4,-2 6,-1 4,1 4,0 6,2 6,-1 4,0 2,-2 1,0-1,2 0,1 0,0 0,1 0,0 0,0 2,0 0,0-2,1 0,2 0,1-3,0-3,1-3,-2-3,0 1,0-1,0 0,1-3,0-1,1-5,1-6,2-7,1-8,0-6,2-10,-1-7,-1-3,-1-2,-1 1,-1 4,-3 4,0 5,-3 6,1 2,0 3,1 0,0 2,-3 3,1 0,-1 2,1 4,1 5,1 6,1 3,1 4,1 3,0 2,0 3,0 4,1 6,-1 8,0 12,0 10,0 7,2 0,2 0,2-7,1-6,0-8,1-7,1-7,-1-9,0-5,0-6,-1-3,0-3,-1-2,-1 0,-1-1,2-3,-1-3,-1-6,-1-7,-3-4,-1-7,-5-6,-2-3,-2-4,-3-1,-3-1,-2 1,0 0,-1 2,0 2,3 1,0 1,2 3,1 3,1 0,0 3,3 4,1 4,2 2,0 4,1 7,1 6,2 6,3 6,1 2,2 2,2 0,0 1,1-1,1-1,1 1,-1 1,0-2,0-4,1-2,-2-1,1-3,0-3,1-3,2-5,1-7,-1-9,-3-12,-3-13,-1-19,-5-24,-1-19,-2-6,-2 6,-3 15,0 18,0 17,1 15,1 13,2 9,0 8,-1 6,-1 5,0 6,2 5,1 1,2 3,1 4,1 1,0 2,0 2,0 2,1 3,-1 4,2 3,4 5,1 3,1-2,-1-3,1-2,0-1,-1-3,0-5,-1-2,0-4,-1-5,1-2,-1-3,-2-1,2-1,0-2,1-4,0-5,-1-5,-1-4,-1-6,-1-5,-3-3,-1-1,-2 3,-3 0,-2 5,-1 3,0 4,-1 4,1 2,-1 3,-1 3,1 4,0 7,1 5,-2 5,0 7,-4 12,-3 17,0 22,0 16,3 7,2 0,4-6,4-11,2-13,2-15,4-14,1-11,0-10,1-5,0-4,2-4,0-3,3-3,0-3,1-6,2-8,-1-7,0-12,-2-8,-3-8,-2-8,-6 0,-4 1,-3-1,-7 2,-4-1,-5 1,-1 6,-1 4,-1 6,2 4,1 7,1 5,2 6,2 4,1 4,3 4,3 4,2 1,3 3,1 0,2 3,2 2,1 3,3 1,1 0,2 1,1 0,1-1,1-1,1-1,1-1,2 0,-1-2,1-3,0-4,0-4,1-3,1-5,0-6,-2-4,-1-6,-1-5,-2-7,-2-2,-2-1,-3 0,-1 4,-3 3,-3 4,-1 4,-1 6,0 2,1 3,1 5,2 8,1 8,3 7,0 6,1 6,2 7,3 6,1 5,1 2,1-1,0-2,1-5,-1-5,0-6,0-6,-1-5,0-2,1-4,0-2,2-2,-1-1,2-6,-3-4,-1-2,-3-3,-1 0,-2-3,-1-3,0-2,-1 2,1-1,-2 3,-3 2,-2 2,-1 3,-2 4,0 4,1 7,2 5,3 3,1 0,2 1,1 0,0-1,0-1,1 0,1 0,0-1,1 0,-1-2,-1 0,2 0,0 0,1-3,0-3,-1-6,0-5,-1-5,-2-5,1-5,-1-2,0-2,0 1,-2 1,-1 2,-1 1,0 2,-2 3,1 1,1 2,3 3,2 5,2 4,1 5,0 4,0 2,0 1,2 2,-1-1,-2 2,0-1,0 0,0 1,2-2,-1-2,0-1,0-1,2-2,1-1,2-3,-2-5,-1-3,-1-3,-5 0,-3 1,-3 4,0 4,-2 6,0 3,0 2,1 2,0 3,3 1,1 1,1-1,1 0,1-1,2-1,1-1,-1-2,2 0,2-4,2-3,-1 0,0-2,3-1,1-1,1-1,0-1,0 0,-1 0,-1-2,-2-1,1-1,-2-2,-2-2,-2-1,1-1,-1-1,-1 0,0-2,-1-2,-1 0,0 0,0 1,-2 1,-2 1,-3-1,-1 0,-2 2,1 1,1 1,-1 2,0 1,-1 3,0 3,0 3,-1 4,1 3,1 3,3 0,1 0,3 1,1 1,1-2,0 0,1-1,-1 0,1-1,-1-1,2-1,2 1,1 0,1-1,1 0,0 0,2 0,1 0,-1 1,0-1,0-3,1 0,-3 0,-1 2,0-1,-3-2,-4-2,-4-1,0-2,-2-4,-1-1,-1-1,-1-2,-2-1,0 0,2-2,-3 1,2-1,-1 0,0 0,0 0,0 2,1 3,0 0,0-1,0 0,1 0,-1 2,1 0,-1 1,1 0,-1 2,2 3,3 2,2 4,2 1,2 2,4-1,1-1,2 1,0-1,1-1,-1 3,1-1,1 0,-1 0,0 1,0-2,-1 0,0 0,0-1,2 0,-4-1,-3-4,-3-3,-3-6,-2-3,-2-2,0-2,0-3,-1 0,0 0,1 0,0 1,1 3,1-2,-1 1,-1 3,1 1,1-1,1-1,0 4,2 5,1 5,1 3,2 3,1 3,1 0,0 0,1 1,0-1,-2 0,0 0,-3-2,-3-2,-3-3,-1-2,0-3,0-3,-1-1,2-1,-1 0,0 1,0 2,-2 1,2 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30:33.233"/>
    </inkml:context>
    <inkml:brush xml:id="br0">
      <inkml:brushProperty name="width" value="0.35" units="cm"/>
      <inkml:brushProperty name="height" value="2.1" units="cm"/>
      <inkml:brushProperty name="color" value="#F6630D"/>
      <inkml:brushProperty name="ignorePressure" value="1"/>
      <inkml:brushProperty name="inkEffects" value="pencil"/>
    </inkml:brush>
  </inkml:definitions>
  <inkml:trace contextRef="#ctx0" brushRef="#br0">158 777,'0'-2,"0"-2,0-4,-2-1,-1 0,-1-1,0-1,-1 1,-2-1,-1 0,0 1,2-3,0 0,0 0,-2-1,-1-2,2 0,-1 1,0-1,1 1,-1 1,3-1,-2 1,2 0,1 0,0 0,0-2,0 1,-1 1,2 1,1 1,2 2,3 4,2 3,-1 5,-1 4,-1 2,0 2,-1 3,1 1,0 0,2 3,2 2,0-1,0 1,2 1,1-2,0 0,1 1,3 0,0-1,0-2,-1-1,-1-3,-2 0,0-3,0-3,0-2,1-2,0-1,0-1,0-1,-1-1,0-1,-1-3,1-3,-2-3,-1-3,-1-1,0 0,-2 0,1 0,-1 2,2 0,-1 2,0 5,-2 4,-2 7,-2 7,-2 2,0 4,-1 3,-1 1,2 2,1 0,1-1,1-1,1-3,0 0,0-2,0-1,2-4,3-5,0-7,-1-8,-1-7,-1-8,-3-4,0-2,-1-2,-2 2,0 1,1 3,0 3,0 5,0 1,0 2,1 1,1 2,0 5,1 6,0 6,0 4,0 4,0 3,0 1,1-1,-1 0,0 0,0-1,1-3,4-5,1-2,4-4,0-4,2-6,1-6,0-6,-1-3,0-4,0-4,-3-3,-1 1,-1 1,-3-2,-1 1,-2 1,0 2,-1 4,-1 1,1 4,0 3,-1 1,1 3,0 1,0 1,0 6,0 4,0 6,0 3,0 4,0 0,0 1,-2 3,0 0,-2 0,0 0,0 1,1-1,2 1,-2-1,0 2,-1 0,0 3,0 0,2 2,0-2,1-2,1-2,2-4,0-1,3-3,1-3,2-1,1-2,-1-3,0-3,1 0,-2-1,1-4,0-1,0-3,1-2,1-3,-2 1,-1 1,-1 1,-1 0,-2 2,1 3,-1 5,0 7,-1 5,-3 6,-2 4,-4 4,1 3,-2 5,2 4,-1 3,1 0,2 0,1-2,2-6,0-1,1-3,0-5,0-1,0 0,1-1,1-3,2-8,1-8,1-8,3-13,2-6,1-6,0-3,-2 3,-1 3,-2 4,0 5,-2 3,-1 3,-1 3,-2 2,-1 2,0 1,0 0,0 0,0 0,-1 0,1-1,0 1,0-2,0-1,0 0,0-1,0-1,0 2,0 0,0-1,0-2,0-1,0 0,0 1,0 1,0 3,0 0,0 1,2 0,0 0,1 5,0 2,1 4,-1 4,1 1,2 2,-1 1,-1 1,0 1,-1 1,1 0,-1 1,-2 2,2-1,0 1,0 0,1 2,-1 3,0 2,1 1,0-2,1-1,1-4,0-1,1-4,0-3,0-5,2-2,1-4,-1-4,0-1,2-3,-1 0,-1-5,-1 0,0-1,-3 0,1 2,-1 1,1 3,-2-2,0 1,-2 0,0 1,-2 0,1 1,-1 0,1 3,1 3,0 5,0 5,-3 4,-2 1,-1 2,-2 4,-1-1,0 0,0 1,1-1,-1 0,2-1,-1 1,1-1,1-2,1 0,0 1,0 0,0 0,2-1,2-2,2-4,2-6,1-4,3-6,2-2,-1-1,0-2,0 0,-1 0,0 2,-3 0,-1 2,0 0,0 2,-1 1,2 1,-2 5,0 3,-2 6,-2 3,-2 2,-2 1,0 0,0 1,2 3,0 2,-1 2,0 1,0 1,2 0,-2 1,-1-1,2 0,0 1,1-3,0-1,1-2,-1-1,2-1,-1-1,0-1,0 2,0 2,-2-1,0-1,0-2,0-1,1-2,0 0,0 0,1-1,2-1,0-1,1 0,1-1,-1-1,1 2,0 0,0 1,-1 1,-1 0,1-1,0-1,2 1,-1 0,-1 0,1-1,2-2,0-4,0-2,1-3,2-3,-2-2,1-1,0-2,1-1,1-2,0 2,-2 2,-1 0,-1 2,0 2,0 1,0 1,3-1,0-1,0 0,2 2,-1-1,-1-1,-2-2,1 1,0 2,-1-1,1 2,-1 0,2 2,0 1,1 0,0 1,-1 2,-3 2,-1 3,-5 0,-3 2,-3 2,-1 2,0 1,-2 0,0 1,-1 0,1-1,2 0,1 1,0-1,-2-2,-1 0,0 0,-3-2,1 1,1-2,1-1,1 0,2 0,0 0,-1-3,-1-1,1-4,2-3,1-5,4-5,1-1,3-3,4-2,2-1,0 0,0-3,2-1,0 3,1 3,-3 0,-1 1,0 0,-1 1,-1 4,1 0,-2 0,1 2,0 1,1 0,0 0,-1 0,1 1,-1 1,0 1,-1-1,0 0,-1-1,1 1,-1 3,-2 5,0 3,-2 5,-2 3,-1 1,-2 1,-4 3,-1 2,0-1,-1 2,0 2,0 0,1 0,1 0,1 0,0-3,2 1,1-3,2-2,2-2,4-3,2-3,3-4,3-6,1-4,2-6,0-2,2 0,1-2,3 0,-1-2,-1 2,0 3,-5 1,1 2,-2 1,0 0,0 0,-1-1,-2 3,0 2,0 2,0 2,-2 3,-2 3,-4 0,-2 5,-3 1,-3 1,0 1,-3-1,-2 5,0 1,-1 3,0 1,1 1,0-4,2-3,0 0,1-1,1-1,0-3,1-1,2-1,2 1,-1-2,-2-1,0-5,3-3,3-3,2-7,4-3,2-4,2-2,2-4,2 2,-3 0,-2 1,1 2,-1 5,0 2,-2 3,-1 0,1 3,-1 0,-2 3,-3 6,-5 7,-4 4,-4 3,-1 2,-2 1,-1 3,-1 0,0-3,1 0,1-2,2-4,0-2,1 0,1 1,-1-1,3 1,0-3,1-2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30:33.234"/>
    </inkml:context>
    <inkml:brush xml:id="br0">
      <inkml:brushProperty name="width" value="0.35" units="cm"/>
      <inkml:brushProperty name="height" value="2.1" units="cm"/>
      <inkml:brushProperty name="color" value="#FFC114"/>
      <inkml:brushProperty name="ignorePressure" value="1"/>
      <inkml:brushProperty name="inkEffects" value="pencil"/>
    </inkml:brush>
  </inkml:definitions>
  <inkml:trace contextRef="#ctx0" brushRef="#br0">162 607,'1'-2,"2"-2,-1-2,0-4,-1-4,0-3,-1-2,1-2,-3 0,-2-3,-3-2,-1 1,-2 0,1 0,2 1,1 1,-1 1,-1-2,0 2,0 3,0 1,2 2,-1-1,0 0,-1 1,-1 1,1 0,0 0,0 3,1 5,2 6,1 5,2 3,1 2,1 2,0 3,0 0,1 1,-1 3,2-1,1-1,1 0,0-1,0-1,1 1,-1 1,2 2,3 1,1-1,1 0,2 1,1 1,-1-4,0-1,-1-1,0-3,-1-1,0-2,-1-1,3-1,-1-3,1 0,-1-2,0-1,-2-2,-2-2,3-3,0-2,0-2,1-2,-1-1,0 2,0-3,-2 1,0-1,-3 0,0-1,0 0,-3 2,0 0,-2 7,-2 5,-2 6,-1 4,-2 2,-1 4,1 4,-4 3,-1 4,-1 2,1 4,2 0,0 3,1-2,1-3,1-3,2-1,1-3,2-4,0-1,1-2,0-1,1-2,-1-1,0 0,2-3,3-1,0-5,0-5,1-4,-2-6,1-3,0-5,-2-3,-1 0,1-2,0 1,-1 0,0 0,-1 4,0 1,1 1,0 0,1 1,-2 2,0 2,0 1,1 4,1 0,-1 7,0 4,-1 4,-2 5,-1 2,0 3,-2 1,-1 5,-3-3,1 0,0 0,0 0,3-1,2-4,5-4,2-7,5-8,4-7,0-7,0-7,1-4,-1-3,-1 0,-1 2,-3-1,0 0,-3 3,0 0,-1-1,1 2,0 0,0 0,1 0,-2 2,-1 1,-1 2,-1 3,-1 8,-1 10,0 9,-2 9,-3 6,-2 6,-1 1,-2 0,0-2,1-4,2-4,2-1,1-2,0-2,2-2,0-1,1-4,1-7,1-5,4-5,3-7,3-6,1-2,0-2,-1-3,-3 3,-2 2,0 2,-3 2,-1 4,-1 3,0 5,-2 6,1 8,0 4,0 2,-2 5,-3 6,-1 1,-1 4,0 1,-1 1,0-2,3-2,-1-1,2-3,0-2,2-1,1-3,2-4,5-7,5-8,6-9,3-9,3-8,0-8,-1-2,-2 2,-3 3,-3 5,-5 5,-1 5,-2 3,-1 6,0 2,0 2,-1 5,-1 5,-1 3,0 2,-2 4,-1 3,-3 3,-1 2,-1 1,0 0,0 1,0-2,2-1,1-1,1-3,2-1,-1-2,3-3,4-2,5-7,4-8,7-9,5-6,3-7,2-4,-1 1,-5 4,-4 3,-4 3,-1 3,-4 3,-2 5,-3 2,-1 3,0 3,-1 4,-2 5,-1 4,-1 2,-2 3,1 1,-2-1,-1 0,0-2,-1 0,1-1,1 0,1-2,4-5,1-4,1-4,1-5,2-3,-2-2,1 0,1-3,0 0,-1 1,-1 1,-1 6,-1 6,-2 6,-3 7,-4 6,-2 3,-3 3,1 1,0 1,0 1,3-3,2-3,1-1,1-2,1-2,2-3,4-5,4-6,0-4,2-6,0-4,0 0,-2-1,-2 0,1 1,0 3,-1 4,-3 7,-1 4,-4 3,-1 4,-2 3,1-1,1 1,0-1,0-1,0 0,1-1,2-3,2-1,3-3,-1-4,2-3,0-4,1 0,-1 0,0-2,0 2,-1 3,-4 2,-1 4,-3 3,-2 2,0 4,0 4,0 2,0 5,-1 4,-1 7,1 0,0 0,2 2,0-4,2-1,-1-2,1-5,0-3,1-4,-1-3,2-4,2-1,2-2,3-3,0-1,2-3,0-3,-2-2,0-1,-3 3,-1 4,-2 3,-3 6,-4 2,0 2,-3-2,1-1,2 0,0 0,4-2,3-2,1-4,2-6,2-4,2-4,3-6,-1-1,-1-2,-1 0,-2 2,-1 1,0 3,-1 2,-1 0,0 1,-1 2,1 0,1 1,2-1,0 0,0 0,0-2,1 1,0 0,0 1,1-2,1 0,-1-3,1 3,-2 0,-1 3,-1 1,-1 2,1 1,1 3,1 1,0-2,0-1,1-2,0 0,2-1,1 0,-2-2,1 1,-2 0,0 0,1 1,-3 0,0 1,0 1,-1 1,0 0,0 1,0 3,-2 3,-2 3,-1 2,-1 2,-1 1,0 0,0 0,-1 0,-1 2,-2 0,-1 0,-1 2,0 1,0-2,-1 1,-2 0,0 3,-1-3,2-2,-1-3,2 1,1-1,-1-1,0 1,1-1,0 0,1 0,-2 0,0 1,2 0,2 0,1 0,-1 1,1 0,-2-1,-2 1,0 0,0-3,0-3,2-7,1-4,3-8,1-4,3-2,2-4,0-2,1-1,-1 2,1 5,-1 3,0 4,-1 0,-1 2,-2-1,0 1,-1 1,-1-1,0 1,-1 3,-1 5,0 4,-1 6,0 5,-3 4,-1 1,-4 0,1 2,-1 2,-1 1,-1 1,1-1,-1 0,0-1,1 0,1-3,0-3,3-2,2-1,1-3,1-2,-1 1,-1-3,0 1,2-3,1-4,3-4,3-5,3-4,2-6,4-1,3-3,0 0,1-1,-2 4,-3 4,-1 2,-1 4,-2 2,0 2,1 2,-2 4,-1 5,-2 6,-3 4,-4 3,-2 5,-2 4,0 6,-1 1,2 1,2-1,0-2,0-3,0-6,1-5,1-3,0-1,4-4,2-7,3-2,3-5,1-4,0-1,0-1,-2-2,1 0,0 2,-1-1,-2 1,0 2,0 2,-2 2,-2 3,-1 5,-3 0,-1 2,-2 4,-2 1,1 2,1-1,1 0,2 0,-1-3,0 0,0-1,2 1,0-1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30:39.277"/>
    </inkml:context>
    <inkml:brush xml:id="br0">
      <inkml:brushProperty name="width" value="0.35" units="cm"/>
      <inkml:brushProperty name="height" value="2.1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785 1257,'-9'-4,"-16"-8,-14-7,-9-5,-8 1,-3 3,1 6,5 5,6 5,8 1,5 5,6 3,5 4,4 3,3 1,2 1,0 0,2-1,0 1,3 1,2-1,2 0,-2 1,2-1,-1 0,1 0,1 1,1-2,2 0,0-1,3-3,0 0,3-3,3-1,2-3,7 2,6-2,8 1,9-2,9 0,7-1,6 0,6 0,0 0,-5 0,-5 0,-9-2,-8 0,-7-1,-7 0,-5-1,-3-1,-2-2,-3 1,-2 0,0-2,-2-1,0 0,-1-1,-2-1,-1 1,-1-1,-4 0,-4 2,-3 1,-3-1,-1 1,-4 0,-6 3,-4 1,-5 2,-2 1,-3 2,-2 4,-1 2,-1 1,0 2,2 3,1 2,3 3,3-1,2 1,1 1,2-1,4 0,5-1,3-2,1-1,3-2,2-1,3 0,3-3,2-3,6-6,5-1,4-5,5-5,4-3,2-4,-1 1,-1-1,-3 3,-2 2,-5 2,-4 2,-2-1,-1 1,-1 0,-3 0,-2 0,-3-2,-4-1,-4 0,-4 2,-2 4,-3 0,-2 0,-1 1,-3 2,1 1,0 2,-1 0,1 1,1 0,1 0,1 3,1-1,2 4,1 1,1 2,1 4,-1 2,1-1,3 1,1 2,0-2,0-2,2-1,1-1,1-1,1 1,1-1,2-2,4-2,5-4,3-4,3-3,2-3,3-2,0-1,0-1,0-1,-1 0,0-1,1 3,-2 0,-3-1,-1 1,0-1,-1 1,-2 0,-2 2,-1 1,-3 0,-1-1,-2 0,-1-1,-1 2,-4 0,-2 0,-1 1,-2 1,-3 3,-2 1,-1 1,-1 1,-3 2,0 3,0 1,0 3,-1 3,4 1,0 0,2 0,0 3,3 0,1 0,2 1,2-2,-1 0,2 0,1-1,2 0,1-2,2 0,0-1,0 0,0 0,0-1,2-1,3-3,2-2,1-4,2-1,0-1,1-2,2-2,2-4,2-1,3-2,-2-1,1 0,0 1,1 1,-2-1,1 1,-1-1,2-3,-2 1,-2 2,-1 1,-3 2,-2 0,-1-1,-3-2,-2 1,-1 0,-6 2,-5 3,-5 2,-4 3,-3 1,-3 1,1 2,-2 5,-1 2,2 4,1 3,2-1,1-2,-1 1,4 2,2 0,2-2,1 2,3 0,1 0,1 0,2-3,2 0,2-3,4-2,1 1,1-3,1-1,2-2,1-1,1-2,-1-1,3-4,2 0,4-1,4-2,6 0,5-2,0 0,-1-3,1 0,-3 0,-3 0,-2-1,-3 2,-1 1,-2-1,0 0,1-1,-2 0,-2 0,-2 1,0-1,-1-1,-1 1,-3 2,-1 0,0 1,-2 0,0 0,-3 1,-5 3,-3 6,-4 4,-6 6,-3 4,0 3,0 2,0 0,1-1,1-2,2 0,1-1,0-1,2 1,1-1,3-1,0 0,2-2,1 0,1 0,1 0,0-1,3-1,3-3,1-2,3-3,1-7,0-1,1-1,0-2,1 0,-1-1,-1 0,-1 0,-2 0,-1 1,-2-1,1 0,2-1,0 0,0 2,-2-2,-1 0,-2-3,1 1,0 0,-1 1,0 1,-1 0,-1 1,-1 2,-3 3,-3 2,0 4,0 3,1 4,1 1,-1 1,2-1,3-2,1-5,3-2,1-3,1-5,2 0,0-1,0 0,1 0,-1-1,0 2,-1 1,0-1,-1 1,1-2,1 1,-1-2,1 1,0-1,0 1,-2-1,0-1,1 0,0 2,0 0,0-1,0 1,1 0,-1 0,-1 0,0-1,1 2,0-1,0 0,-1-1,-1-2,1 1,-1 1,1 1,0-1,-2 1,0 0,-2 0,0-1,-3 3,-2 3,-3 3,-1 4,0 5,-1 5,1 4,-3-1,0 3,1 1,0 2,-2-2,2-1,0-1,0-1,0 0,-1-3,3-1,2-1,0-1,0-1,0 1,0-2,1 0,1 0,-1 1,0 2,-1 1,0-1,1-1,0-1,3 1,0 0,-1 0,-1 0,-1 0,2 1,0 0,-1-1,1 1,2-2,3-3,1-4,1-4,0-1,3-3,1-2,-1-1,0 1,2 0,-2-1,0 2,1 1,0 1,0-1,-1-2,1 2,1-1,-1-3,1-1,1-1,1-1,0-3,1-2,-1-2,0 0,1 1,2 1,-3 1,-1 2,1 0,1 1,0-2,-2 0,1 1,0 2,0 1,-1 0,-2 3,1 1,-2 0,0-1,1 0,0 1,-1 1,-3 0,-4 5,-3 3,0 4,-1 4,-3 3,-1 1,0 2,1 2,-2 2,0 1,-2 0,-1 2,-1-3,2 2,0 1,-1-2,1-1,-3 1,3 0,0-2,2 0,2-1,-1-2,-1 0,2-1,0-2,1-2,0 1,-1-1,1 0,1-1,0-2,1-3,2-8,4-9,5-9,5-9,3-5,1-5,1 2,-2 2,-2 3,-3 5,-2 4,-3 6,-2 3,-1 4,-2 1,0 1,-3 2,-1 4,-3 5,-2 2,-1 3,0 3,-3 2,1 2,1 1,1 1,-2 1,-3 1,2 4,-1 1,-1-1,-1 0,0-2,2-1,0-2,0-1,1 0,1-1,1-1,0 0,-1-2,-1 0,0 0,1-2,0-1,1-2,1-3,2-5,2-3,1-5,3-3,0-8,2-7,2-6,0-5,3 0,-1 0,0 4,-1 4,-1 3,-1 5,-1 5,0 2,0 1,0 2,0 1,2-1,0 0,0-1,2 0,1 2,0 1,0 1,0 2,0 1,-2 3,0 4,-2 4,0 5,-1 6,0 3,0 1,-2 2,-1 0,-1 1,-1 1,0-1,0 2,-1 1,1-2,1 2,1-1,1-3,2 0,-1 0,2 0,-1-1,0 0,0 0,0-2,1-1,-1-3,0-1,0-5,0-7,3-12,4-10,1-11,3-8,0-7,0-1,0 0,0 3,0 4,0 3,-2 7,-2 3,-1 2,-2 5,0 3,-2 3,-1 1,1 1,0 0,0 0,0-1,-1 1,-1 1,0 0,1 1,-3 2,-3 2,-1 5,-2 2,-2 4,1 3,1 2,-1 2,0 4,-1 0,2 3,0 5,-2 2,-1 4,-1 2,0 2,-1 2,-1 1,1-1,0 1,1-1,1-1,2-4,2-4,1-1,2-1,0-3,3-3,1-4,4-7,3-6,2-9,4-9,4-7,1-10,-1-6,3-7,-3 1,-4 1,-3 1,-2 2,-3 6,-1 0,-1 2,1 1,0 1,-1-1,-1-3,0 0,-2 2,-1 0,-2 0,-1 1,0 3,-2 5,1 1,-1 4,1 4,1 2,-1 4,1 1,-1 3,-1 4,-2 6,-1 4,1 4,0 6,2 6,-1 4,0 2,-2 1,0-1,2 0,1 0,0 0,1 0,0 0,0 2,0 0,0-2,1 0,2 0,1-3,0-3,1-3,-2-3,0 1,0-1,0 0,1-3,0-1,1-5,1-6,2-7,1-8,0-6,2-10,-1-7,-1-3,-1-2,-1 1,-1 4,-3 4,0 5,-3 6,1 2,0 3,1 0,0 2,-3 3,1 0,-1 2,1 4,1 5,1 6,1 3,1 4,1 3,0 2,0 3,0 4,1 6,-1 8,0 12,0 10,0 7,2 0,2 0,2-7,1-6,0-8,1-7,1-7,-1-9,0-5,0-6,-1-3,0-3,-1-2,-1 0,-1-1,2-3,-1-3,-1-6,-1-7,-3-4,-1-7,-5-6,-2-3,-2-4,-3-1,-3-1,-2 1,0 0,-1 2,0 2,3 1,0 1,2 3,1 3,1 0,0 3,3 4,1 4,2 2,0 4,1 7,1 6,2 6,3 6,1 2,2 2,2 0,0 1,1-1,1-1,1 1,-1 1,0-2,0-4,1-2,-2-1,1-3,0-3,1-3,2-5,1-7,-1-9,-3-12,-3-13,-1-19,-5-24,-1-19,-2-6,-2 6,-3 15,0 18,0 17,1 15,1 13,2 9,0 8,-1 6,-1 5,0 6,2 5,1 1,2 3,1 4,1 1,0 2,0 2,0 2,1 3,-1 4,2 3,4 5,1 3,1-2,-1-3,1-2,0-1,-1-3,0-5,-1-2,0-4,-1-5,1-2,-1-3,-2-1,2-1,0-2,1-4,0-5,-1-5,-1-4,-1-6,-1-5,-3-3,-1-1,-2 3,-3 0,-2 5,-1 3,0 4,-1 4,1 2,-1 3,-1 3,1 4,0 7,1 5,-2 5,0 7,-4 12,-3 17,0 22,0 16,3 7,2 0,4-6,4-11,2-13,2-15,4-14,1-11,0-10,1-5,0-4,2-4,0-3,3-3,0-3,1-6,2-8,-1-7,0-12,-2-8,-3-8,-2-8,-6 0,-4 1,-3-1,-7 2,-4-1,-5 1,-1 6,-1 4,-1 6,2 4,1 7,1 5,2 6,2 4,1 4,3 4,3 4,2 1,3 3,1 0,2 3,2 2,1 3,3 1,1 0,2 1,1 0,1-1,1-1,1-1,1-1,2 0,-1-2,1-3,0-4,0-4,1-3,1-5,0-6,-2-4,-1-6,-1-5,-2-7,-2-2,-2-1,-3 0,-1 4,-3 3,-3 4,-1 4,-1 6,0 2,1 3,1 5,2 8,1 8,3 7,0 6,1 6,2 7,3 6,1 5,1 2,1-1,0-2,1-5,-1-5,0-6,0-6,-1-5,0-2,1-4,0-2,2-2,-1-1,2-6,-3-4,-1-2,-3-3,-1 0,-2-3,-1-3,0-2,-1 2,1-1,-2 3,-3 2,-2 2,-1 3,-2 4,0 4,1 7,2 5,3 3,1 0,2 1,1 0,0-1,0-1,1 0,1 0,0-1,1 0,-1-2,-1 0,2 0,0 0,1-3,0-3,-1-6,0-5,-1-5,-2-5,1-5,-1-2,0-2,0 1,-2 1,-1 2,-1 1,0 2,-2 3,1 1,1 2,3 3,2 5,2 4,1 5,0 4,0 2,0 1,2 2,-1-1,-2 2,0-1,0 0,0 1,2-2,-1-2,0-1,0-1,2-2,1-1,2-3,-2-5,-1-3,-1-3,-5 0,-3 1,-3 4,0 4,-2 6,0 3,0 2,1 2,0 3,3 1,1 1,1-1,1 0,1-1,2-1,1-1,-1-2,2 0,2-4,2-3,-1 0,0-2,3-1,1-1,1-1,0-1,0 0,-1 0,-1-2,-2-1,1-1,-2-2,-2-2,-2-1,1-1,-1-1,-1 0,0-2,-1-2,-1 0,0 0,0 1,-2 1,-2 1,-3-1,-1 0,-2 2,1 1,1 1,-1 2,0 1,-1 3,0 3,0 3,-1 4,1 3,1 3,3 0,1 0,3 1,1 1,1-2,0 0,1-1,-1 0,1-1,-1-1,2-1,2 1,1 0,1-1,1 0,0 0,2 0,1 0,-1 1,0-1,0-3,1 0,-3 0,-1 2,0-1,-3-2,-4-2,-4-1,0-2,-2-4,-1-1,-1-1,-1-2,-2-1,0 0,2-2,-3 1,2-1,-1 0,0 0,0 0,0 2,1 3,0 0,0-1,0 0,1 0,-1 2,1 0,-1 1,1 0,-1 2,2 3,3 2,2 4,2 1,2 2,4-1,1-1,2 1,0-1,1-1,-1 3,1-1,1 0,-1 0,0 1,0-2,-1 0,0 0,0-1,2 0,-4-1,-3-4,-3-3,-3-6,-2-3,-2-2,0-2,0-3,-1 0,0 0,1 0,0 1,1 3,1-2,-1 1,-1 3,1 1,1-1,1-1,0 4,2 5,1 5,1 3,2 3,1 3,1 0,0 0,1 1,0-1,-2 0,0 0,-3-2,-3-2,-3-3,-1-2,0-3,0-3,-1-1,2-1,-1 0,0 1,0 2,-2 1,2 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30:39.278"/>
    </inkml:context>
    <inkml:brush xml:id="br0">
      <inkml:brushProperty name="width" value="0.35" units="cm"/>
      <inkml:brushProperty name="height" value="2.1" units="cm"/>
      <inkml:brushProperty name="color" value="#F6630D"/>
      <inkml:brushProperty name="ignorePressure" value="1"/>
      <inkml:brushProperty name="inkEffects" value="pencil"/>
    </inkml:brush>
  </inkml:definitions>
  <inkml:trace contextRef="#ctx0" brushRef="#br0">158 777,'0'-2,"0"-2,0-4,-2-1,-1 0,-1-1,0-1,-1 1,-2-1,-1 0,0 1,2-3,0 0,0 0,-2-1,-1-2,2 0,-1 1,0-1,1 1,-1 1,3-1,-2 1,2 0,1 0,0 0,0-2,0 1,-1 1,2 1,1 1,2 2,3 4,2 3,-1 5,-1 4,-1 2,0 2,-1 3,1 1,0 0,2 3,2 2,0-1,0 1,2 1,1-2,0 0,1 1,3 0,0-1,0-2,-1-1,-1-3,-2 0,0-3,0-3,0-2,1-2,0-1,0-1,0-1,-1-1,0-1,-1-3,1-3,-2-3,-1-3,-1-1,0 0,-2 0,1 0,-1 2,2 0,-1 2,0 5,-2 4,-2 7,-2 7,-2 2,0 4,-1 3,-1 1,2 2,1 0,1-1,1-1,1-3,0 0,0-2,0-1,2-4,3-5,0-7,-1-8,-1-7,-1-8,-3-4,0-2,-1-2,-2 2,0 1,1 3,0 3,0 5,0 1,0 2,1 1,1 2,0 5,1 6,0 6,0 4,0 4,0 3,0 1,1-1,-1 0,0 0,0-1,1-3,4-5,1-2,4-4,0-4,2-6,1-6,0-6,-1-3,0-4,0-4,-3-3,-1 1,-1 1,-3-2,-1 1,-2 1,0 2,-1 4,-1 1,1 4,0 3,-1 1,1 3,0 1,0 1,0 6,0 4,0 6,0 3,0 4,0 0,0 1,-2 3,0 0,-2 0,0 0,0 1,1-1,2 1,-2-1,0 2,-1 0,0 3,0 0,2 2,0-2,1-2,1-2,2-4,0-1,3-3,1-3,2-1,1-2,-1-3,0-3,1 0,-2-1,1-4,0-1,0-3,1-2,1-3,-2 1,-1 1,-1 1,-1 0,-2 2,1 3,-1 5,0 7,-1 5,-3 6,-2 4,-4 4,1 3,-2 5,2 4,-1 3,1 0,2 0,1-2,2-6,0-1,1-3,0-5,0-1,0 0,1-1,1-3,2-8,1-8,1-8,3-13,2-6,1-6,0-3,-2 3,-1 3,-2 4,0 5,-2 3,-1 3,-1 3,-2 2,-1 2,0 1,0 0,0 0,0 0,-1 0,1-1,0 1,0-2,0-1,0 0,0-1,0-1,0 2,0 0,0-1,0-2,0-1,0 0,0 1,0 1,0 3,0 0,0 1,2 0,0 0,1 5,0 2,1 4,-1 4,1 1,2 2,-1 1,-1 1,0 1,-1 1,1 0,-1 1,-2 2,2-1,0 1,0 0,1 2,-1 3,0 2,1 1,0-2,1-1,1-4,0-1,1-4,0-3,0-5,2-2,1-4,-1-4,0-1,2-3,-1 0,-1-5,-1 0,0-1,-3 0,1 2,-1 1,1 3,-2-2,0 1,-2 0,0 1,-2 0,1 1,-1 0,1 3,1 3,0 5,0 5,-3 4,-2 1,-1 2,-2 4,-1-1,0 0,0 1,1-1,-1 0,2-1,-1 1,1-1,1-2,1 0,0 1,0 0,0 0,2-1,2-2,2-4,2-6,1-4,3-6,2-2,-1-1,0-2,0 0,-1 0,0 2,-3 0,-1 2,0 0,0 2,-1 1,2 1,-2 5,0 3,-2 6,-2 3,-2 2,-2 1,0 0,0 1,2 3,0 2,-1 2,0 1,0 1,2 0,-2 1,-1-1,2 0,0 1,1-3,0-1,1-2,-1-1,2-1,-1-1,0-1,0 2,0 2,-2-1,0-1,0-2,0-1,1-2,0 0,0 0,1-1,2-1,0-1,1 0,1-1,-1-1,1 2,0 0,0 1,-1 1,-1 0,1-1,0-1,2 1,-1 0,-1 0,1-1,2-2,0-4,0-2,1-3,2-3,-2-2,1-1,0-2,1-1,1-2,0 2,-2 2,-1 0,-1 2,0 2,0 1,0 1,3-1,0-1,0 0,2 2,-1-1,-1-1,-2-2,1 1,0 2,-1-1,1 2,-1 0,2 2,0 1,1 0,0 1,-1 2,-3 2,-1 3,-5 0,-3 2,-3 2,-1 2,0 1,-2 0,0 1,-1 0,1-1,2 0,1 1,0-1,-2-2,-1 0,0 0,-3-2,1 1,1-2,1-1,1 0,2 0,0 0,-1-3,-1-1,1-4,2-3,1-5,4-5,1-1,3-3,4-2,2-1,0 0,0-3,2-1,0 3,1 3,-3 0,-1 1,0 0,-1 1,-1 4,1 0,-2 0,1 2,0 1,1 0,0 0,-1 0,1 1,-1 1,0 1,-1-1,0 0,-1-1,1 1,-1 3,-2 5,0 3,-2 5,-2 3,-1 1,-2 1,-4 3,-1 2,0-1,-1 2,0 2,0 0,1 0,1 0,1 0,0-3,2 1,1-3,2-2,2-2,4-3,2-3,3-4,3-6,1-4,2-6,0-2,2 0,1-2,3 0,-1-2,-1 2,0 3,-5 1,1 2,-2 1,0 0,0 0,-1-1,-2 3,0 2,0 2,0 2,-2 3,-2 3,-4 0,-2 5,-3 1,-3 1,0 1,-3-1,-2 5,0 1,-1 3,0 1,1 1,0-4,2-3,0 0,1-1,1-1,0-3,1-1,2-1,2 1,-1-2,-2-1,0-5,3-3,3-3,2-7,4-3,2-4,2-2,2-4,2 2,-3 0,-2 1,1 2,-1 5,0 2,-2 3,-1 0,1 3,-1 0,-2 3,-3 6,-5 7,-4 4,-4 3,-1 2,-2 1,-1 3,-1 0,0-3,1 0,1-2,2-4,0-2,1 0,1 1,-1-1,3 1,0-3,1-2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30:39.279"/>
    </inkml:context>
    <inkml:brush xml:id="br0">
      <inkml:brushProperty name="width" value="0.35" units="cm"/>
      <inkml:brushProperty name="height" value="2.1" units="cm"/>
      <inkml:brushProperty name="color" value="#FFC114"/>
      <inkml:brushProperty name="ignorePressure" value="1"/>
      <inkml:brushProperty name="inkEffects" value="pencil"/>
    </inkml:brush>
  </inkml:definitions>
  <inkml:trace contextRef="#ctx0" brushRef="#br0">162 607,'1'-2,"2"-2,-1-2,0-4,-1-4,0-3,-1-2,1-2,-3 0,-2-3,-3-2,-1 1,-2 0,1 0,2 1,1 1,-1 1,-1-2,0 2,0 3,0 1,2 2,-1-1,0 0,-1 1,-1 1,1 0,0 0,0 3,1 5,2 6,1 5,2 3,1 2,1 2,0 3,0 0,1 1,-1 3,2-1,1-1,1 0,0-1,0-1,1 1,-1 1,2 2,3 1,1-1,1 0,2 1,1 1,-1-4,0-1,-1-1,0-3,-1-1,0-2,-1-1,3-1,-1-3,1 0,-1-2,0-1,-2-2,-2-2,3-3,0-2,0-2,1-2,-1-1,0 2,0-3,-2 1,0-1,-3 0,0-1,0 0,-3 2,0 0,-2 7,-2 5,-2 6,-1 4,-2 2,-1 4,1 4,-4 3,-1 4,-1 2,1 4,2 0,0 3,1-2,1-3,1-3,2-1,1-3,2-4,0-1,1-2,0-1,1-2,-1-1,0 0,2-3,3-1,0-5,0-5,1-4,-2-6,1-3,0-5,-2-3,-1 0,1-2,0 1,-1 0,0 0,-1 4,0 1,1 1,0 0,1 1,-2 2,0 2,0 1,1 4,1 0,-1 7,0 4,-1 4,-2 5,-1 2,0 3,-2 1,-1 5,-3-3,1 0,0 0,0 0,3-1,2-4,5-4,2-7,5-8,4-7,0-7,0-7,1-4,-1-3,-1 0,-1 2,-3-1,0 0,-3 3,0 0,-1-1,1 2,0 0,0 0,1 0,-2 2,-1 1,-1 2,-1 3,-1 8,-1 10,0 9,-2 9,-3 6,-2 6,-1 1,-2 0,0-2,1-4,2-4,2-1,1-2,0-2,2-2,0-1,1-4,1-7,1-5,4-5,3-7,3-6,1-2,0-2,-1-3,-3 3,-2 2,0 2,-3 2,-1 4,-1 3,0 5,-2 6,1 8,0 4,0 2,-2 5,-3 6,-1 1,-1 4,0 1,-1 1,0-2,3-2,-1-1,2-3,0-2,2-1,1-3,2-4,5-7,5-8,6-9,3-9,3-8,0-8,-1-2,-2 2,-3 3,-3 5,-5 5,-1 5,-2 3,-1 6,0 2,0 2,-1 5,-1 5,-1 3,0 2,-2 4,-1 3,-3 3,-1 2,-1 1,0 0,0 1,0-2,2-1,1-1,1-3,2-1,-1-2,3-3,4-2,5-7,4-8,7-9,5-6,3-7,2-4,-1 1,-5 4,-4 3,-4 3,-1 3,-4 3,-2 5,-3 2,-1 3,0 3,-1 4,-2 5,-1 4,-1 2,-2 3,1 1,-2-1,-1 0,0-2,-1 0,1-1,1 0,1-2,4-5,1-4,1-4,1-5,2-3,-2-2,1 0,1-3,0 0,-1 1,-1 1,-1 6,-1 6,-2 6,-3 7,-4 6,-2 3,-3 3,1 1,0 1,0 1,3-3,2-3,1-1,1-2,1-2,2-3,4-5,4-6,0-4,2-6,0-4,0 0,-2-1,-2 0,1 1,0 3,-1 4,-3 7,-1 4,-4 3,-1 4,-2 3,1-1,1 1,0-1,0-1,0 0,1-1,2-3,2-1,3-3,-1-4,2-3,0-4,1 0,-1 0,0-2,0 2,-1 3,-4 2,-1 4,-3 3,-2 2,0 4,0 4,0 2,0 5,-1 4,-1 7,1 0,0 0,2 2,0-4,2-1,-1-2,1-5,0-3,1-4,-1-3,2-4,2-1,2-2,3-3,0-1,2-3,0-3,-2-2,0-1,-3 3,-1 4,-2 3,-3 6,-4 2,0 2,-3-2,1-1,2 0,0 0,4-2,3-2,1-4,2-6,2-4,2-4,3-6,-1-1,-1-2,-1 0,-2 2,-1 1,0 3,-1 2,-1 0,0 1,-1 2,1 0,1 1,2-1,0 0,0 0,0-2,1 1,0 0,0 1,1-2,1 0,-1-3,1 3,-2 0,-1 3,-1 1,-1 2,1 1,1 3,1 1,0-2,0-1,1-2,0 0,2-1,1 0,-2-2,1 1,-2 0,0 0,1 1,-3 0,0 1,0 1,-1 1,0 0,0 1,0 3,-2 3,-2 3,-1 2,-1 2,-1 1,0 0,0 0,-1 0,-1 2,-2 0,-1 0,-1 2,0 1,0-2,-1 1,-2 0,0 3,-1-3,2-2,-1-3,2 1,1-1,-1-1,0 1,1-1,0 0,1 0,-2 0,0 1,2 0,2 0,1 0,-1 1,1 0,-2-1,-2 1,0 0,0-3,0-3,2-7,1-4,3-8,1-4,3-2,2-4,0-2,1-1,-1 2,1 5,-1 3,0 4,-1 0,-1 2,-2-1,0 1,-1 1,-1-1,0 1,-1 3,-1 5,0 4,-1 6,0 5,-3 4,-1 1,-4 0,1 2,-1 2,-1 1,-1 1,1-1,-1 0,0-1,1 0,1-3,0-3,3-2,2-1,1-3,1-2,-1 1,-1-3,0 1,2-3,1-4,3-4,3-5,3-4,2-6,4-1,3-3,0 0,1-1,-2 4,-3 4,-1 2,-1 4,-2 2,0 2,1 2,-2 4,-1 5,-2 6,-3 4,-4 3,-2 5,-2 4,0 6,-1 1,2 1,2-1,0-2,0-3,0-6,1-5,1-3,0-1,4-4,2-7,3-2,3-5,1-4,0-1,0-1,-2-2,1 0,0 2,-1-1,-2 1,0 2,0 2,-2 2,-2 3,-1 5,-3 0,-1 2,-2 4,-2 1,1 2,1-1,1 0,2 0,-1-3,0 0,0-1,2 1,0-1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5:50.277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933 5335 24575,'-3'-36'0,"-1"1"0,-2 0 0,-1 0 0,-2 0 0,-18-45 0,8 28 0,-94-304 0,59 179 0,28 104 0,20 49 0,0 0 0,2 0 0,-2-38 0,5 39 0,-2-1 0,0 1 0,-1 0 0,-10-28 0,-5 1 0,3 0 0,-20-99 0,25 89 0,-24-72 0,22 90 0,2 1 0,1-1 0,3-1 0,-4-56 0,9 75 0,0 1 0,-2-1 0,-1 1 0,-15-41 0,-7-35 0,24 85 0,-11-64 0,-47-139 0,55 195 0,0-1 0,1 0 0,2 0 0,0-1 0,1-41 0,2 37 0,-2 0 0,0 0 0,-10-41 0,-8-2 0,5 21 0,2 0 0,2-1 0,-6-81 0,10 57 0,-4 1 0,-2 1 0,-25-74 0,-17-88 0,47 184 0,-16-83 0,5-1 0,0-149 0,21-659-1365,-2 913-5461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5:55.145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1 3669 24575,'7'-1'0,"0"0"0,0 0 0,0-1 0,-1 0 0,1-1 0,0 0 0,-1 0 0,0 0 0,1 0 0,-1-1 0,-1 0 0,7-6 0,6-2 0,197-149 0,-125 91 0,30-31 0,163-176 0,-159 148 0,17-35 0,-37 39 0,-86 103 0,0-1 0,-1 0 0,-1-1 0,-1 0 0,17-39 0,2 3 0,-24 46 0,-1-1 0,12-28 0,44-137 0,25-61 0,-72 194 0,14-67 0,3-7 0,-3 11 0,-23 73 0,2 2 0,1-1 0,19-38 0,67-128 0,-29 62 0,-6-3 0,46-162 0,-76 191 0,-19 61 0,37-90 0,-25 76 58,-18 44-532,0 1-1,16-28 1,-11 29-6352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5:58.834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775 6459 24575,'-1'-21'0,"0"-1"0,-2 1 0,-1 0 0,-12-41 0,-39-79 0,38 100 0,-10-28 0,4 0 0,3-2 0,-13-82 0,19 76 0,-4 0 0,-30-84 0,4 34 0,-17-47 0,-12-34 0,59 163 0,-13-78 0,23 100 0,-49-260 0,16 38 0,30 192 0,-1-49 0,7 74 0,-1-1 0,-1 1 0,-1 0 0,-2 0 0,-15-49 0,14 60 0,2 0 0,0-1 0,0 0 0,2 0 0,-1-21 0,1-93 0,4 93 0,-1-1 0,-11-69 0,-12-55 0,7 43 0,-1-38 0,1 0 0,6 68 0,4 0 0,7-115 0,2 69 0,-3-796 0,1 914 0,0 0 0,2 0 0,0 0 0,11-34 0,34-72 0,-35 93 0,-6 16 0,0 0 0,0-1 0,-1 0 0,0-1 0,-2 1 0,0-1 0,2-27 0,-4 28 0,-1 1 0,2-1 0,0 1 0,1-1 0,1 1 0,0 1 0,9-18 0,1-5 0,-11 25 0,1 1 0,0 0 0,11-17 0,-4 9 0,-1-1 0,0 0 0,-2 0 0,-1-1 0,0 0 0,-2 0 0,0-1 0,3-34 0,-5 37 0,1 1 0,1 0 0,1 0 0,14-29 0,8-21 0,-19 44 0,2 0 0,0 0 0,16-23 0,-24 41-170,0-1-1,-1 1 0,0-1 1,0 0-1,-1 0 0,0 0 1,1-10-1,0-6-6655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01.329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505 3332 24575,'-2'-59'0,"-2"0"0,-4 0 0,-1 1 0,-4 0 0,-1 0 0,-33-79 0,39 111 0,1 0 0,1 0 0,1 0 0,2-1 0,0-28 0,0 20 0,-3-11 0,-3-1 0,-26-81 0,-3-18 0,28 100 0,0-2 0,-5-59 0,-5-34 0,7 64 0,1 4 0,2 16 0,-3-88 0,10 78 0,-4 0 0,-19-89 0,14 82 0,-3-123 0,12 129 0,-11-56 0,7 79 0,-2-59 0,8 47 0,-16-106 0,11 113 0,2-2 0,4-67 0,-3-48 0,2 163 15,0 0 0,1 0 0,-2-1 0,1 1 0,0 0 0,-1 1 0,-3-8 0,5 11-50,-1-1-1,1 0 1,-1 0 0,1 0-1,-1 1 1,1-1-1,-1 0 1,1 1 0,-1-1-1,1 1 1,-1-1 0,0 0-1,1 1 1,-1-1 0,0 1-1,0 0 1,1-1 0,-1 1-1,0 0 1,0-1-1,0 1 1,1 0 0,-1 0-1,0 0 1,0-1 0,0 1-1,0 0 1,0 0 0,1 0-1,-1 1 1,0-1 0,0 0-1,0 0 1,0 0-1,0 1 1,1-1 0,-1 0-1,0 1 1,0-1 0,1 0-1,-2 2 1,-9 8-6791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5:41.678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1 5512 24575,'44'-42'0,"78"-58"0,-70 60 0,55-55 0,295-368 0,-45-35 0,310-587 0,-662 1076 0,335-596 0,-245 432 0,86-218 0,-126 232 0,6-11 0,-35 108 0,-2-1 0,-3-2 0,-3 0 0,-3-1 0,-3-1 0,5-79 0,-6 5 0,10-264 0,-7 196 0,1 6 0,-16 48-1365,1 120-5461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5:44.350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3057 6531 24575,'-2'0'0,"0"-1"0,0 0 0,0 0 0,1 0 0,-1 0 0,0 0 0,1 0 0,-1 0 0,0-1 0,1 1 0,0 0 0,-1-1 0,1 1 0,0-1 0,0 0 0,-2-2 0,-5-6 0,-219-217 0,-375-434 0,209 205 0,329 375 0,3-3 0,-77-143 0,45 71 0,5 2 0,-9-15 0,46 80 0,-43-102 0,9 15 0,-66-162 0,43 90 0,4 16 0,78 164 0,-27-105 0,10 24 0,-63-150 0,5 22 0,67 152 0,-28-199 0,21 90 0,29 155 0,-3-129 0,2 12 0,-46-218 0,57 399 0,-5-64 0,-4 1 0,-3 0 0,-26-82 0,27 130-1365,1 7-5461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5:46.867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1 5472 24575,'0'-4'0,"1"0"0,0 0 0,0 0 0,0 0 0,0 0 0,1 0 0,-1 0 0,1 1 0,0-1 0,1 1 0,4-7 0,1-2 0,513-715-729,63 36 696,-228 233 883,-218 269-938,176-241 88,-291 398 0,165-209 0,-119 165 0,-4-3 0,-3-3 0,59-104 0,-65 87 0,-3-3 0,43-122 0,44-209 0,-123 376 0,-2-2 0,9-82 0,17-69 0,-24 151 0,-3 0 0,7-63 0,4-35 0,-13 93 0,6-85 0,-15 122 34,1 0-1,1 0 0,11-35 1,-7 30-784,8-51 1,-15 59-6077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04.378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1 2345 24575,'1'-20'0,"2"0"0,0 0 0,2 0 0,0 1 0,1-1 0,0 1 0,16-28 0,-8 14 0,12-42 0,54-166 0,-46 142 0,57-131 0,-32 88 0,-16 40 0,29-81 0,-58 127 0,-11 40 0,0 1 0,2-1 0,0 1 0,1 0 0,0 0 0,10-17 0,3 0 0,26-65 0,-18 35 0,-20 46 0,-2 0 0,0-1 0,5-32 0,2-6 0,20-95 0,-25 118 0,9-100 0,-1 7 0,-6 62-1365,-7 35-5461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14.659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5122 7968 24575,'-11'2'0,"-1"-1"0,1 2 0,0 0 0,0 0 0,0 1 0,0 0 0,0 1 0,-10 6 0,-25 11 0,-143 41 0,-43 18 0,-22 42 0,72-34 0,170-83 0,-659 297 0,-22-57 0,581-218 0,-1-4 0,-2-6 0,-175 6 0,266-23 0,-1-2 0,0 0 0,1-2 0,-1 0 0,1-2 0,-37-12 0,48 13 0,1-2 0,0 1 0,0-2 0,0 1 0,1-2 0,0 0 0,0 0 0,1-1 0,0 0 0,0 0 0,1-1 0,0-1 0,-11-18 0,-2-10 0,1-1 0,2-1 0,2 0 0,2-2 0,2 0 0,2 0 0,-8-55 0,11 35 0,3-1 0,3 0 0,2 0 0,14-96 0,-6 108 0,3 0 0,20-56 0,45-96 0,-34 95 0,-30 79 0,1 1 0,1 0 0,2 0 0,1 2 0,1 0 0,42-48 0,-42 56 0,0 2 0,1 0 0,1 1 0,1 1 0,0 1 0,1 1 0,1 0 0,0 2 0,34-12 0,-17 10 0,49-10 0,-75 21 0,0-1 0,0 2 0,0 0 0,0 1 0,0 0 0,1 1 0,18 3 0,-29-3 0,0 0 0,0 1 0,-1-1 0,1 1 0,0-1 0,-1 1 0,1 0 0,-1 1 0,0-1 0,0 0 0,0 1 0,0 0 0,0 0 0,0 0 0,-1 0 0,0 0 0,1 0 0,-1 1 0,0-1 0,0 1 0,-1-1 0,1 1 0,-1 0 0,2 7 0,0 5 0,-1 1 0,-1-1 0,0 0 0,-3 28 0,2-39 0,-1 2 0,0 1 0,-1-1 0,0 0 0,0 0 0,-1 0 0,1 0 0,-1 0 0,-1-1 0,0 1 0,1-1 0,-2 0 0,1 0 0,-1 0 0,0-1 0,0 0 0,0 1 0,-10 5 0,-1 1 0,-1-1 0,0-1 0,0 0 0,-1-1 0,-29 9 0,15-8 0,-2-1 0,1-2 0,-1-1 0,-40 1 0,-141-4 0,165-4 0,13 1 0,1-2 0,-1-1 0,0-2 0,1-2 0,0-1 0,0-2 0,1-1 0,0-1 0,-40-22 0,49 17 0,1-1 0,0 0 0,2-2 0,-42-45 0,37 36 0,-223-261 0,98 105 0,70 87 0,3-3 0,-111-186 0,91 107 0,-106-263 0,172 352 0,4 0 0,3-2 0,5-1 0,4-1 0,-6-115 0,22 185 0,-1-29 0,5-94 0,-1 133 0,1 1 0,0 0 0,1 0 0,1 0 0,0 0 0,1 1 0,0 0 0,1 0 0,1 0 0,0 0 0,16-20 0,-16 25 0,0 0 0,1 1 0,0 0 0,0 0 0,1 1 0,-1 0 0,1 0 0,1 1 0,-1 0 0,1 1 0,0 0 0,0 1 0,20-5 0,-17 7 0,0-1 0,0 2 0,1-1 0,-1 2 0,0 0 0,0 0 0,0 2 0,0-1 0,0 2 0,22 8 0,-8-1 0,-1 2 0,0 1 0,40 30 0,65 61 0,-63-48 0,-22-16 0,-2 2 0,-1 2 0,-2 2 0,55 83 0,-77-101 0,-2 0 0,0 2 0,12 32 0,-23-47 0,-1-1 0,0 2 0,-1-1 0,-1 0 0,0 1 0,-1 0 0,-1-1 0,-1 20 0,0-32 0,0 0 0,-1-1 0,1 1 0,-1 0 0,0-1 0,0 1 0,0-1 0,-1 1 0,1-1 0,-1 0 0,0 1 0,0-1 0,0 0 0,0 0 0,0 0 0,-1-1 0,1 1 0,-5 3 0,3-4 0,0 1 0,-1-1 0,1 0 0,-1 0 0,0 0 0,0 0 0,1-1 0,-1 0 0,0 0 0,0 0 0,0-1 0,-5 0 0,-7 0 0,1-2 0,-1 0 0,1-1 0,0 0 0,0-1 0,0-1 0,-17-8 0,-15-10 0,0-3 0,2-1 0,0-2 0,3-3 0,0-1 0,2-2 0,-62-68 0,79 73-11,2 0-1,1-1 0,2-1 0,1-1 1,1-1-1,2 0 0,2-1 1,-13-50-1,3-16-631,-18-202 0,20-98-365,36-115-1914,27 53 1440,21 2-1,227-841 0,-174 934 1295,-13 99-565,-76 206 927,3 1 0,2 1 0,63-86 0,-77 123 573,1 1-1,2 0 1,0 2 0,1 0 0,1 1 0,1 1-1,1 2 1,1 0 0,0 2 0,33-14 0,-32 16 368,53-19-389,-74 30-730,0 1 1,0-1-1,0 1 0,0 0 0,0 0 0,0 0 0,0 1 1,0 0-1,0 1 0,9 1 0,-11-1 4,0 1 0,-1-1 0,1 1 0,-1 0 0,0 0 0,0 1 0,0-1 0,0 0 0,0 1 0,0 0 0,-1 0 0,1 0 0,-1 0 0,0 0 0,0 1 0,0-1 0,2 5 0,4 9 0,-2 1 0,7 25 0,-5-18 0,62 211 0,36 105 0,-56-193 0,70 189 0,-14-114 0,-104-220 0,-1-1 0,0 0 0,0 0 0,0 0 0,0-1 0,0 1 0,0 0 0,0-1 0,1 1 0,-1-1 0,1 1 0,-1-1 0,3 2 0,-4-3 0,1 0 0,-1 0 0,1 0 0,-1 0 0,0 0 0,1 0 0,-1 0 0,0 0 0,1 0 0,-1-1 0,1 1 0,-1 0 0,0 0 0,1 0 0,-1 0 0,0 0 0,1-1 0,-1 1 0,0 0 0,0 0 0,1-1 0,-1 1 0,0 0 0,0-1 0,1 1 0,-1 0 0,0-1 0,0 1 0,0 0 0,1-1 0,-1 1 0,0 0 0,0-1 0,0 1 0,0 0 0,0-1 0,2-7 0,0-1 0,-1 1 0,0 0 0,-1-11 0,-1-74 0,2-51 0,0 129 0,1-1 0,1 1 0,1-1 0,0 1 0,1 0 0,0 0 0,9-15 0,0 5 0,1 1 0,2 0 0,0 1 0,25-25 0,90-75 0,-59 62 0,4 4 0,1 3 0,122-62 0,-86 60 0,2 5 0,134-39 0,-191 73 0,1 2 0,1 3 0,0 2 0,0 3 0,0 3 0,79 4 0,-101 2 0,0 3 0,0 1 0,0 1 0,-1 3 0,-1 1 0,1 1 0,-2 2 0,0 2 0,-1 2 0,62 40 0,-81-46 0,-1 1 0,0 1 0,-1 0 0,0 1 0,-1 0 0,-1 1 0,-1 0 0,0 1 0,-1 1 0,-1 0 0,0 0 0,-2 0 0,0 1 0,-1 0 0,-1 1 0,0-1 0,-2 1 0,0 0 0,-2 0 0,0 25 0,-1-38 0,-1 0 0,0 0 0,0 0 0,-1-1 0,0 1 0,0 0 0,0-1 0,-1 1 0,0-1 0,-1 1 0,1-1 0,-1-1 0,0 1 0,0 0 0,-1-1 0,0 0 0,0 0 0,0 0 0,-1-1 0,1 1 0,-1-1 0,-9 4 0,3-2 0,0-1 0,-1 0 0,1-1 0,-1-1 0,0 0 0,1 0 0,-1-1 0,-1-1 0,1 0 0,0-1 0,-16-2 0,26 2 0,0 0 0,0 0 0,0-1 0,0 0 0,0 1 0,0-1 0,0 0 0,0 0 0,0-1 0,0 1 0,1-1 0,-1 1 0,0-1 0,1 0 0,-1 0 0,1 0 0,0 0 0,0 0 0,-4-6 0,4 5 0,0-1 0,1 0 0,0 0 0,-1 1 0,1-1 0,0 0 0,1 0 0,-1 0 0,1 0 0,0-1 0,0 1 0,0 0 0,1-6 0,2-2 0,-1 0 0,2 0 0,-1 1 0,2-1 0,-1 1 0,2 0 0,-1 0 0,2 1 0,9-14 0,0 6 0,0 0 0,1 1 0,1 1 0,1 1 0,0 0 0,1 1 0,25-12 0,-14 10 0,1 2 0,0 2 0,0 1 0,50-10 0,-7 8 0,0 4 0,1 4 0,143 7 0,-184 1 0,0 2 0,-1 0 0,0 3 0,-1 1 0,52 20 0,-34-6 0,-1 1 0,82 55 0,-75-36 0,-2 3 0,-2 2 0,64 77 0,16 13 0,-115-120 0,-1 1 0,-1 0 0,-1 1 0,-1 1 0,0 0 0,13 29 0,-22-37 0,0-1 0,0 1 0,-2 0 0,1 0 0,2 24 0,-6-29 0,1-1 0,-1 1 0,-1 0 0,0 0 0,0-1 0,0 1 0,-1-1 0,0 1 0,0-1 0,-6 13 0,4-14 0,0 0 0,0 0 0,-1-1 0,0 1 0,0-1 0,0 0 0,0-1 0,-1 1 0,1-1 0,-1 0 0,0-1 0,-1 1 0,1-1 0,-10 3 0,9-3 0,0-1 0,-1 0 0,1 0 0,-1 0 0,0-1 0,1 0 0,-1-1 0,0 0 0,0 0 0,1 0 0,-1-1 0,-15-3 0,19 2 0,0 0 0,1 0 0,-1 0 0,0 0 0,1-1 0,0 1 0,-1-1 0,1 0 0,0 0 0,0 0 0,1 0 0,-1-1 0,1 1 0,-1-1 0,1 0 0,0 1 0,1-1 0,-1 0 0,1 0 0,-2-5 0,-1-7 0,0 0 0,2 0 0,0 0 0,0-18 0,3 8 0,0-1 0,2 1 0,1-1 0,2 1 0,0 0 0,1 1 0,2 0 0,1 0 0,0 0 0,2 1 0,1 1 0,20-28 0,6-3 0,2 2 0,3 2 0,89-79 0,-66 71 0,2 4 0,3 3 0,2 3 0,2 3 0,1 4 0,3 3 0,136-45 0,-180 73 0,0 1 0,0 1 0,0 2 0,1 2 0,0 2 0,0 1 0,64 6 0,-89-3 0,0 0 0,0 1 0,0 1 0,-1 0 0,0 0 0,1 1 0,-2 1 0,1 0 0,0 0 0,-1 1 0,-1 0 0,1 1 0,-1 0 0,0 1 0,-1-1 0,12 17 0,4 10 0,-1 2 0,-2 1 0,22 55 0,11 20 0,51 77 0,163 226 0,-212-344 0,-18-24 0,-2 1 0,37 66 0,-67-103 0,-1-1 0,-1 1 0,0 0 0,0 0 0,-1 0 0,-1 1 0,2 18 0,-3-23 0,-1 0 0,0 0 0,-1 1 0,0-1 0,0-1 0,-1 1 0,0 0 0,0 0 0,-1 0 0,0-1 0,0 0 0,-7 12 0,-2-3 0,1 0 0,-2-1 0,0-1 0,-1 0 0,-1-1 0,0-1 0,0 0 0,-1-1 0,-1 0 0,0-2 0,-19 9 0,-25 11 0,31-15 0,24-11 0,10-6 0,84-39 0,142-46 0,-167 69 0,2 3 0,0 3 0,77-6 0,-109 16 0,1 2 0,-1 2 0,0 1 0,0 1 0,0 2 0,51 14 0,-58-11 0,0 2 0,-1 0 0,0 2 0,-1 1 0,0 1 0,-1 1 0,-1 1 0,28 26 0,-15-9 0,-3 2 0,0 1 0,-3 2 0,-1 0 0,37 70 0,84 224 0,52 242 0,-181-498 0,-3 1 0,-3 0 0,-4 1 0,-3 1 0,-6 140 0,-2-206 0,-1-1 0,0 1 0,-1 0 0,0-1 0,-1 1 0,-1-1 0,0 0 0,0-1 0,-1 1 0,-1-1 0,0 0 0,-11 13 0,5-10 0,0 0 0,-1-1 0,-1 0 0,0-1 0,-1-1 0,0 0 0,-30 13 0,7-6 0,-2-2 0,0-2 0,-1-1 0,0-3 0,-1-1 0,-64 5 0,-261-10 0,344-5 0,91 3 0,132 22 0,-146-12 0,0 2 0,-1 3 0,-1 2 0,-1 2 0,-1 3 0,62 39 0,-79-42 0,-1 2 0,-1 1 0,-2 1 0,0 1 0,-1 2 0,-2 1 0,-1 1 0,-1 1 0,34 62 0,-35-47-8,-2 0 0,-3 1-1,-1 1 1,17 84 0,-22-61 42,-3 1 1,-1 122-1,-18-25-305,-7-2 1,-40 168-1,20-158 234,-9-2-1,-7-3 1,-106 233-1,39-169 488,105-209-385,-1 0-1,-2-2 0,-1 0 0,-1-1 1,-1-2-1,-32 27 0,28-30-64,0-2 0,-2 0 0,0-2 0,0-2 0,-2 0 0,1-2 0,-2-1 0,-38 8 0,5-7 0,0-2 0,-130 0 0,-665-13 0,866 8 0,0 0 0,0-1 0,1 0 0,11 3 0,4-1 0,-6-2 0,0 1 0,0 1 0,28 11 0,-39-13 0,-1 0 0,1 1 0,-1-1 0,0 1 0,0 0 0,-1 0 0,1 1 0,-1-1 0,0 1 0,0 0 0,0 0 0,-1 0 0,0 1 0,4 8 0,-2 0 0,0 0 0,-1 0 0,-1 0 0,0 1 0,-1-1 0,-1 1 0,0 0 0,-2 15 0,0 1 0,-3 1 0,-11 52 0,6-56 0,0-1 0,-1-1 0,-2 0 0,0 0 0,-18 25 0,-88 113 0,110-152 0,-100 120 0,86-107 0,-2-2 0,0 0 0,-29 20 0,17-19 0,-1-2 0,0-1 0,-2-2 0,0-2 0,-1-2 0,0-1 0,-45 9 0,26-15 0,1-2 0,-1-3 0,-82-6 0,42 0 0,55 4 0,14-1 0,0 0 0,-54-9 0,74 7 0,1 0 0,0-1 0,0 0 0,0 0 0,0-1 0,1-1 0,-1 1 0,1-1 0,0 0 0,1-1 0,-1 0 0,1 0 0,-7-9 0,-6-8 0,1 0 0,1-2 0,2 0 0,0-1 0,2-1 0,0 0 0,2-1 0,1 0 0,2-1 0,-11-51 0,16 53-195,-1 1 0,-2 0 0,-1 1 0,0-1 0,-2 1 0,-16-30 0,12 33-6631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28.092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2549 24575,'1'-6'0,"-1"1"0,1 0 0,0-1 0,1 1 0,0 0 0,4-11 0,1-3 0,70-177 0,372-776-5376,-147 445 5468,-236 429-69,5 2-1,3 4 1,98-92-1,-133 147 138,2 2 0,2 2 0,1 2 0,1 2 0,82-39 0,-92 53 310,1 1 1,1 1-1,0 2 1,1 2-1,0 1 1,0 2-1,1 2 1,59 1-1,-88 3-470,-1 1 0,1 1 0,0 0 0,-1 0 0,1 1 0,-1 0 0,0 0 0,0 1 0,0 1 0,-1-1 0,1 1 0,-1 1 0,0-1 0,-1 1 0,11 11 0,4 7 0,-1 1 0,0 2 0,19 34 0,-15-24 0,127 224 0,13 17 0,-163-275 0,2 4 0,1 0 0,0-1 0,0 1 0,1-1 0,10 9 0,-15-14 0,0-1 0,1 1 0,-1 0 0,0 0 0,1-1 0,-1 1 0,1 0 0,-1-1 0,1 1 0,-1-1 0,1 0 0,-1 0 0,1 1 0,-1-1 0,1 0 0,-1 0 0,1-1 0,-1 1 0,1 0 0,-1 0 0,1-1 0,-1 1 0,1-1 0,-1 1 0,1-1 0,-1 0 0,0 1 0,1-1 0,-1 0 0,0 0 0,0 0 0,0 0 0,1 0 0,-1 0 0,0 0 0,0 0 0,1-3 0,7-10 0,0-2 0,-1 1 0,-1-1 0,0 0 0,-1 0 0,-1-1 0,3-17 0,0 7 0,15-87 0,-19 88 0,0 0 0,2 0 0,1 1 0,1 0 0,19-42 0,-22 60 0,0 0 0,0 0 0,0 1 0,1 0 0,0 0 0,0 0 0,1 1 0,-1-1 0,1 2 0,0-1 0,1 1 0,-1 0 0,1 0 0,8-2 0,3 0 0,0 0 0,1 1 0,0 1 0,35-2 0,-19 6 0,-1 0 0,1 3 0,-1 1 0,0 1 0,-1 2 0,1 2 0,62 24 0,3 10 0,117 69 0,51 44 0,-194-108 0,101 86 0,-156-119 0,-1 2 0,0 0 0,-1 1 0,-1 1 0,0 0 0,24 43 0,-30-48 0,-6-24 0,1-5 0,-2 10 0,0-1 0,0 1 0,1 0 0,-1 0 0,1 0 0,0 0 0,0 1 0,1-1 0,0 1 0,-1 0 0,1 0 0,1 1 0,-1 0 0,0 0 0,1 0 0,0 0 0,-1 1 0,11-3 0,-7 3 0,1 0 0,-1 0 0,0 1 0,1 1 0,-1-1 0,0 1 0,1 1 0,-1 0 0,0 0 0,1 1 0,16 5 0,10 10 0,0 1 0,-2 2 0,0 2 0,45 36 0,-56-41 0,16 14 0,-2 2 0,57 63 0,53 86 0,-123-151 0,-1 1 0,30 60 0,-46-78 0,0 2 0,-1-1 0,-1 1 0,0 0 0,-1 0 0,-1 0 0,-1 0 0,0 1 0,-1 16 0,-1-27 0,-1 0 0,0 0 0,-1 0 0,1 0 0,-1 0 0,-1-1 0,1 1 0,-1-1 0,-4 8 0,7-12 0,-1 0 0,1 0 0,-1 0 0,0 1 0,0-1 0,1 0 0,-1 0 0,0 0 0,0 0 0,0 0 0,0 0 0,-1 0 0,1-1 0,0 1 0,0 0 0,0-1 0,-1 1 0,1 0 0,0-1 0,-1 0 0,1 1 0,0-1 0,-1 0 0,1 1 0,0-1 0,-1 0 0,1 0 0,-1 0 0,1-1 0,0 1 0,-1 0 0,1 0 0,-1-1 0,1 1 0,0-1 0,0 1 0,-1-1 0,1 1 0,0-1 0,0 0 0,0 0 0,-1 0 0,1 1 0,0-1 0,-1-2 0,-1 0 0,1 0 0,-1-1 0,1 0 0,0 0 0,0 0 0,0 0 0,0 0 0,0 0 0,1 0 0,0 0 0,0-1 0,0 1 0,1 0 0,-1-1 0,1 1 0,0-1 0,0 1 0,1-1 0,-1 1 0,1 0 0,0-1 0,0 1 0,0 0 0,1 0 0,0 0 0,-1 0 0,2 0 0,-1 0 0,0 0 0,4-3 0,9-8 0,1 1 0,0 1 0,1 1 0,0 0 0,1 1 0,0 1 0,1 1 0,0 1 0,30-10 0,0 5 0,-1 1 0,94-10 0,9 10-149,0 8-1,176 16 1,291 73-300,291 158 449,-882-235 112,-1 1 0,-1 1 0,42 23 1,-61-29-88,1 0-1,-1 1 1,0 0 0,0 0 0,0 0 0,-1 0 0,1 1 0,-1 0 0,-1 0 0,1 0 0,-1 1 0,0 0 0,-1 0 0,1 0-1,-1 0 1,-1 0 0,4 13 0,-6-17-25,1 0 0,-1 1 0,0-1 0,0 0 0,0 0 0,-1 0 0,1 0 0,-1 0 0,0 1 0,1-1 0,-1 0 0,0 0 0,-1-1 0,1 1 0,-3 4 0,0-2 0,0 0 0,0 0 0,0-1 0,0 1 0,-1-1 0,0 0 0,-7 5 0,-8 2 0,0 0 0,0-2 0,-29 10 0,43-16 0,-60 18 0,46-16 0,-1 2 0,1 0 0,0 1 0,1 1 0,-1 1 0,-33 23 0,52-33 0,0 1 0,0 0 0,1-1 0,-1 1 0,0 0 0,0-1 0,1 1 0,-1 0 0,0 0 0,1 0 0,-1 0 0,1 0 0,-1 0 0,1 0 0,0 0 0,-1 0 0,1 0 0,0 0 0,-1 0 0,1 0 0,0 1 0,0-1 0,1-1 0,-1 1 0,1 0 0,-1 0 0,0-1 0,1 1 0,-1 0 0,1-1 0,0 1 0,-1 0 0,1-1 0,-1 1 0,1-1 0,0 1 0,0-1 0,-1 1 0,1-1 0,0 0 0,0 1 0,1-1 0,7 3 0,0-1 0,1 0 0,16 2 0,-19-3 0,129 16 0,148 39 0,-222-40 0,-1 3 0,-1 3 0,-1 2 0,97 56 0,-108-50 0,-1 2 0,62 54 0,-87-65 0,-1 1 0,0 1 0,-1 1 0,-2 1 0,-1 0 0,17 33 0,-21-33 0,-2 0 0,0 0 0,-2 1 0,-1 1 0,-1-1 0,3 31 0,-8-41 0,-1 0 0,0 1 0,-1-1 0,-1 0 0,-1 0 0,0 1 0,-1-1 0,-1-1 0,-1 1 0,0 0 0,-12 23 0,-3-3 0,-1 0 0,-2-1 0,-2-2 0,-1 0 0,-2-2 0,-57 51 0,35-41 0,0-3 0,-3-2 0,-102 53 0,120-74 0,0-2 0,-1-1 0,-55 10 0,37-9 0,133-10 0,-56-4 0,-1 2 0,0 0 0,0 1 0,0 1 0,0 1 0,0 1 0,0 0 0,-1 2 0,0 1 0,-1 1 0,0 0 0,0 1 0,28 21 0,-2 5 0,-2 2 0,-2 2 0,47 58 0,103 151 0,-1 22-608,307 582-1,-495-847 613,72 157-30,-62-130 81,-2 0-1,-1 0 1,6 37-1,-15-64 20,0 0-1,0 0 1,-1 1-1,0-1 1,0 0-1,0 1 1,-1-1-1,0 0 1,0 1-1,-1-1 1,0 0-1,0 0 1,0 0-1,-5 7 1,3-7-80,0 0-1,-1 0 1,1-1 0,-1 0-1,0 0 1,-1 0 0,1-1 0,-1 0-1,0 0 1,0 0 0,-1-1 0,-9 4-1,-156 53 7,30-12 0,-61 26 0,157-61 0,0-1 0,-74 8 0,-23-6 0,-242 57 0,366-66 0,-119 37 0,118-34 0,0 0 0,1 1 0,0 1 0,-31 22 0,33-20 0,5-3 0,0 0 0,-20 21 0,29-26 0,-1 1 0,1-1 0,0 1 0,0 0 0,0 0 0,1 0 0,-1 0 0,1 1 0,1-1 0,-1 1 0,0 6 0,-3 30 0,3 1 0,5 76 0,1-28 0,-4-62 0,-3 104 0,1-117 0,-1 1 0,0-1 0,-1 0 0,-1 0 0,-13 31 0,3-18 0,0 0 0,-2-1 0,-2-1 0,-41 47 0,48-61 0,0-1 0,-1 0 0,0-1 0,-1-1 0,0 0 0,-1-1 0,0 0 0,0-2 0,-1 1 0,0-2 0,-18 5 0,-11 1 0,8-2 0,-63 9 0,128-21 0,1 1 0,39 3 0,-57-2 0,-1 2 0,0-1 0,1 1 0,-1 1 0,0 0 0,0 0 0,-1 1 0,1 0 0,-1 1 0,0 0 0,11 8 0,-12-5 0,-1 1 0,0 0 0,0 0 0,-1 0 0,0 1 0,-1 0 0,0 0 0,-1 1 0,0-1 0,0 1 0,2 14 0,12 29 0,-10-33 0,-2-1 0,0 1 0,-1 0 0,-1 1 0,0-1 0,-2 1 0,-1-1 0,-1 1 0,-3 34 0,1-42 0,-1 0 0,1-1 0,-2 1 0,0-1 0,-1 0 0,0 0 0,-1-1 0,0 1 0,-1-1 0,-1-1 0,0 1 0,0-1 0,-1 0 0,0-1 0,-1 0 0,-12 9 0,-20 11 0,-2-2 0,-1-1 0,-1-3 0,-1-1 0,-96 31 0,-256 43 0,322-86 0,-1-3 0,0-3 0,-79-6 0,148 1 0,1-1 0,0 1 0,0 1 0,0 0 0,0 0 0,-9 2 0,14-2 0,1 0 0,0 0 0,0 0 0,-1 0 0,1 0 0,0 0 0,0 1 0,0-1 0,0 1 0,0 0 0,1-1 0,-1 1 0,0 0 0,1 0 0,-1 0 0,1 0 0,0 0 0,0 1 0,-1-1 0,0 5 0,-3 13 0,2 1 0,0-1 0,1 1 0,1 0 0,2 0 0,3 33 0,-1 1 0,-3 3 0,-3-1 0,-3 1 0,-19 89 0,-8 48 0,0 6 0,-15-32 0,20-74 0,18-59 0,1-1 0,-18 44 0,22-67 0,-1-1 0,0 0 0,0 0 0,-1 0 0,-1-1 0,0 0 0,-14 14 0,13-16 0,-1-1 0,0 1 0,0-2 0,-1 1 0,0-1 0,0-1 0,0 0 0,-1-1 0,0 0 0,0 0 0,0-1 0,-21 2 0,-11-2 0,0-2 0,-57-5 0,6 0 0,64 4-1365,3 0-5461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30.12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151 0 24575,'-5'0'0,"-8"0"0,-6 0 0,-6 0 0,-4 0 0,-3 0 0,4 0-8191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34.77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1233 6080 24575,'1813'0'0,"-1808"1"0,0-1 0,1-1 0,-1 1 0,0-1 0,0 0 0,0 0 0,9-4 0,-13 5 0,0-1 0,0 1 0,-1 0 0,1-1 0,0 0 0,-1 1 0,1-1 0,0 1 0,-1-1 0,1 0 0,0 1 0,-1-1 0,1 0 0,-1 0 0,1 1 0,-1-1 0,0 0 0,1 0 0,-1 0 0,0-1 0,0 1 0,0-1 0,0 0 0,0 1 0,0-1 0,-1 0 0,1 1 0,0-1 0,-1 0 0,0 1 0,1-1 0,-1 1 0,0-1 0,0 1 0,0 0 0,-1-2 0,-7-8 0,0 1 0,-1 1 0,0 0 0,-1 0 0,0 1 0,-21-12 0,-30-24 0,52 36 0,0 0 0,0 0 0,-1 1 0,-19-10 0,27 15 0,1 1 0,0 0 0,-1 0 0,0 0 0,1 0 0,-1 0 0,0 1 0,1-1 0,-1 1 0,0 0 0,0-1 0,1 1 0,-1 1 0,0-1 0,0 0 0,1 1 0,-1-1 0,0 1 0,0 0 0,1 0 0,-1 0 0,1 0 0,-1 0 0,1 1 0,0-1 0,-1 1 0,1-1 0,-2 3 0,3-3 0,0 0 0,0 0 0,0 0 0,0 0 0,0 1 0,1-1 0,-1 0 0,0 1 0,1-1 0,-1 0 0,1 1 0,-1-1 0,1 0 0,0 1 0,-1-1 0,1 1 0,0-1 0,0 1 0,0-1 0,0 1 0,1 2 0,0-2 0,0 1 0,0 0 0,0-1 0,0 1 0,1-1 0,-1 0 0,1 1 0,0-1 0,0 0 0,3 3 0,1 1 0,1-1 0,-1 0 0,1 0 0,0-1 0,1 0 0,12 6 0,-9-6 0,1-1 0,-1 0 0,1-1 0,0 0 0,-1-1 0,1 0 0,0-1 0,0 0 0,0 0 0,-1-2 0,1 0 0,0 0 0,-1-1 0,1 0 0,-1-1 0,0 0 0,14-8 0,2-3 0,-1-2 0,0-2 0,-1 0 0,-1-1 0,29-32 0,11-13 0,-2-3 0,65-93 0,-100 122 0,-3-1 0,33-72 0,-47 88 0,-2 0 0,0 0 0,-2-1 0,-1 0 0,0 0 0,1-42 0,-6 53 0,1-8 0,-1-1 0,-1 1 0,0 0 0,-8-33 0,8 50 0,0 0 0,-1 0 0,0 0 0,0 0 0,0 0 0,0 1 0,-1-1 0,0 1 0,0-1 0,0 1 0,0 0 0,-1 0 0,1 1 0,-1-1 0,0 1 0,0 0 0,0 0 0,-1 0 0,1 0 0,-1 1 0,1 0 0,-1-1 0,0 2 0,0-1 0,-6-1 0,2 2 0,0-1 0,0 2 0,0-1 0,0 1 0,-1 0 0,-8 2 0,16-2 0,0 0 0,1 0 0,-1 1 0,0-1 0,1 0 0,-1 1 0,0-1 0,1 1 0,-1-1 0,1 1 0,-1 0 0,1 0 0,-1 0 0,1-1 0,0 1 0,-1 1 0,1-1 0,0 0 0,0 0 0,0 0 0,0 1 0,0-1 0,0 0 0,0 1 0,0-1 0,1 1 0,-1-1 0,0 1 0,1 0 0,-1-1 0,1 1 0,0-1 0,0 1 0,-1 0 0,1-1 0,0 1 0,0 0 0,1-1 0,-1 1 0,1 3 0,0-3 0,0 1 0,0 0 0,1-1 0,-1 1 0,1-1 0,0 1 0,-1-1 0,1 0 0,0 0 0,0 1 0,1-2 0,-1 1 0,0 0 0,1 0 0,-1-1 0,1 1 0,-1-1 0,1 0 0,0 0 0,0 0 0,-1 0 0,1 0 0,6 0 0,7 2 0,0-1 0,32 1 0,-42-3 0,25-1 0,1-1 0,0-2 0,-1-1 0,50-14 0,118-50 0,-198 69 0,63-28 0,99-60 0,-89 46 0,-18 7 0,-2-2 0,85-77 0,-88 71 0,-45 38 0,-1 0 0,0 0 0,0 0 0,0-1 0,-1 0 0,0 0 0,0 0 0,0 0 0,-1-1 0,0 1 0,0-1 0,-1 0 0,3-12 0,-2-2 0,-1 1 0,0-1 0,-4-31 0,2 50 0,0-53 0,1 34 0,-1 1 0,-1-1 0,0 0 0,-2 1 0,0 0 0,-2-1 0,-7-21 0,-4 4 0,-37-64 0,44 89 0,0 0 0,-1 1 0,0 0 0,-1 0 0,0 1 0,0 1 0,-27-18 0,24 18 0,0 1 0,-1 1 0,0 1 0,0 0 0,0 1 0,-1 0 0,0 2 0,0 0 0,-1 0 0,1 2 0,-1 0 0,-20 0 0,35 2 0,-1 0 0,1 0 0,0 1 0,-1-1 0,1 1 0,-1-1 0,1 1 0,0 0 0,0 0 0,-1 0 0,1 0 0,0 0 0,0 1 0,0-1 0,0 1 0,0-1 0,1 1 0,-1 0 0,0 0 0,1-1 0,-1 1 0,1 0 0,-1 0 0,0 3 0,2-3 0,-1 0 0,1 0 0,0-1 0,-1 1 0,1 0 0,0 0 0,0 0 0,1 0 0,-1-1 0,0 1 0,1 0 0,-1 0 0,1 0 0,-1-1 0,1 1 0,0 0 0,0-1 0,0 1 0,0-1 0,0 1 0,0-1 0,0 1 0,0-1 0,0 0 0,1 1 0,-1-1 0,1 0 0,-1 0 0,1 0 0,-1 0 0,1 0 0,2 0 0,4 3 0,1 0 0,0-1 0,0 0 0,0 0 0,0-1 0,0 0 0,18 0 0,70-2 0,-53-2 0,18 0 0,1-3 0,0-2 0,-1-3 0,-1-3 0,67-22 0,-31 2 0,108-51 0,-152 57 0,-1-2 0,-1-2 0,68-54 0,80-90 0,-170 145 0,0-1 0,-2-1 0,-2-2 0,27-46 0,-45 67 0,-1-1 0,-1 0 0,0 0 0,-1 0 0,0-1 0,-1 0 0,-1 1 0,0-26 0,-1 12 0,-2 1 0,-1-1 0,-11-48 0,0 32 0,-1 1 0,-36-70 0,26 59 0,-30-57 0,-130-200 0,176 300 0,0 1 0,-1 0 0,0 0 0,0 1 0,-1 0 0,0 0 0,-1 1 0,0 1 0,0 0 0,-1 1 0,1 0 0,-1 0 0,-19-5 0,14 6 0,0 1 0,0 1 0,0 0 0,-1 1 0,1 1 0,-1 1 0,1 0 0,-1 1 0,-28 6 0,37-5 0,-15 3 0,-43 14 0,61-17 0,0 1 0,1-1 0,-1 1 0,0 1 0,1-1 0,0 1 0,0-1 0,0 2 0,0-1 0,0 0 0,1 1 0,-5 6 0,9-10 0,-1-1 0,0 1 0,1 0 0,-1 0 0,1-1 0,0 1 0,-1 0 0,1 0 0,0 0 0,-1 0 0,1 0 0,0 0 0,0-1 0,0 1 0,0 0 0,0 0 0,0 0 0,0 0 0,0 0 0,0 0 0,0 0 0,0 0 0,0 0 0,1-1 0,-1 1 0,0 0 0,1 0 0,-1 0 0,1 0 0,-1-1 0,1 1 0,-1 0 0,1-1 0,0 1 0,-1 0 0,1-1 0,0 1 0,-1-1 0,1 1 0,0-1 0,0 1 0,0-1 0,-1 1 0,1-1 0,0 0 0,0 1 0,0-1 0,0 0 0,0 0 0,0 0 0,1 0 0,4 2 0,-1-1 0,1-1 0,-1 1 0,1-1 0,0 0 0,-1 0 0,9-2 0,8-5 0,0 0 0,0-2 0,-1-1 0,0 0 0,-1-1 0,0-2 0,-1 0 0,-1 0 0,0-2 0,0-1 0,-2 0 0,16-19 0,-21 20 0,0-1 0,-1 0 0,-1 0 0,-1-1 0,0-1 0,-1 1 0,-1-1 0,-1 0 0,0 0 0,-2-1 0,0 1 0,1-29 0,-4 40 0,0 0 0,0 0 0,-1 0 0,0 0 0,-1 0 0,1 0 0,-1 1 0,0-1 0,-1 0 0,0 1 0,0 0 0,0-1 0,0 1 0,-1 1 0,0-1 0,-1 0 0,-6-6 0,-5-2 0,-2-1 0,1 2 0,-2 0 0,-20-10 0,-2-2 0,-5-2 0,-2 1 0,-1 3 0,-81-27 0,-165-27 0,186 58 0,-1 6 0,-1 4 0,1 5 0,-139 13 0,203-5 0,0 2 0,-73 19 0,91-16 0,0 0 0,1 2 0,0 1 0,1 2 0,-30 19 0,45-25 0,1-1 0,0 2 0,0 0 0,-10 11 0,17-17 0,0 0 0,1 0 0,-1 1 0,1-1 0,0 1 0,0-1 0,0 1 0,1 0 0,-1-1 0,1 1 0,0 0 0,0 0 0,0 0 0,0 0 0,1 0 0,0 0 0,0 5 0,0-9 0,0 0 0,0 1 0,-1-1 0,1 0 0,0 1 0,0-1 0,0 0 0,0 1 0,0-1 0,0 1 0,0-1 0,0 0 0,0 1 0,0-1 0,0 0 0,1 1 0,-1-1 0,0 0 0,0 1 0,0-1 0,0 0 0,0 0 0,1 1 0,-1-1 0,0 0 0,0 1 0,1-1 0,-1 0 0,0 0 0,0 0 0,1 1 0,-1-1 0,0 0 0,1 0 0,-1 0 0,0 1 0,1-1 0,-1 0 0,0 0 0,1 0 0,-1 0 0,0 0 0,1 0 0,-1 0 0,0 0 0,1 0 0,-1 0 0,0 0 0,1 0 0,-1 0 0,0 0 0,1 0 0,-1 0 0,0-1 0,1 1 0,-1 0 0,0 0 0,1 0 0,-1 0 0,0-1 0,0 1 0,1 0 0,-1-1 0,15-21 0,-9 6 0,-1-1 0,-1 0 0,0-1 0,-1 1 0,-1-1 0,-1 1 0,0-1 0,-4-29 0,0 23 0,-1 1 0,-1-1 0,-1 1 0,-1 0 0,-19-42 0,13 40 0,-1 1 0,-1 1 0,-23-28 0,-61-59 0,39 50 0,-3 2 0,-87-61 0,-154-81 0,253 169 0,-2 2 0,-1 2 0,0 2 0,-2 3 0,-1 2 0,-77-15 0,23 16 0,-1 6 0,0 4 0,-176 10 0,269 1 0,-1 1 0,1 0 0,-1 2 0,1 0 0,1 1 0,-1 1 0,1 1 0,0 0 0,-27 18 0,18-8 0,1 2 0,1 0 0,0 2 0,2 1 0,-21 26 0,22-23 0,1 1 0,2 1 0,-22 42 0,41-70 0,-1 0 0,1 0 0,0 0 0,0 0 0,0 0 0,0-1 0,0 1 0,0 0 0,0 0 0,0 0 0,0 0 0,0 0 0,0 0 0,0 0 0,0 0 0,0 0 0,0 0 0,0 0 0,0 0 0,0 0 0,0 0 0,0 0 0,-1-1 0,1 1 0,0 0 0,0 0 0,0 0 0,0 0 0,0 0 0,0 0 0,0 0 0,0 0 0,0 0 0,0 0 0,-1 0 0,1 0 0,0 0 0,0 0 0,0 0 0,0 0 0,0 0 0,0 0 0,0 0 0,0 1 0,0-1 0,0 0 0,0 0 0,-1 0 0,1 0 0,0 0 0,0 0 0,0 0 0,0 0 0,0 0 0,0 0 0,0 0 0,0 0 0,0 0 0,0 0 0,0 0 0,0 1 0,0-1 0,-2-14 0,1-17 0,1 10 0,-1 1 0,-1 0 0,-1 0 0,-1 1 0,0-1 0,-2 1 0,0-1 0,-1 1 0,-1 1 0,-1 0 0,0 0 0,-14-18 0,13 21 0,-1 0 0,-1 1 0,0 1 0,0 0 0,-2 1 0,0 0 0,0 1 0,-1 0 0,0 1 0,-1 1 0,0 1 0,0 0 0,-30-9 0,19 9 0,0 2 0,0 1 0,-1 2 0,1 0 0,-1 2 0,0 1 0,0 1 0,1 1 0,-1 2 0,1 0 0,0 2 0,-43 15 0,37-9 0,1 1 0,0 2 0,1 1 0,0 1 0,2 1 0,-44 36 0,31-19 0,26-23 0,2 0 0,-1 1 0,-22 27 0,8-4-1365,15-22-5461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20.31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2120 1448 24575,'-11'0'0,"0"-1"0,0-1 0,0 0 0,0 0 0,1-1 0,-1 0 0,-10-5 0,-67-38 0,81 42 0,-10-7 0,1-1 0,0 0 0,1-2 0,-24-26 0,34 33 0,1 1 0,0-1 0,1 0 0,-1 0 0,1 0 0,1-1 0,-1 1 0,1-1 0,1 1 0,-1-1 0,2 0 0,-1-14 0,0 1 0,2 0 0,1 0 0,6-33 0,-5 42 0,0 1 0,1 0 0,0 0 0,1 0 0,0 0 0,0 1 0,8-10 0,-10 15 0,1 0 0,-1 0 0,1 1 0,1 0 0,-1-1 0,0 1 0,1 1 0,0-1 0,0 1 0,0 0 0,0 0 0,1 0 0,-1 1 0,1 0 0,7-2 0,-12 4 0,-1-1 0,1 1 0,0 0 0,0-1 0,0 1 0,-1 0 0,1 0 0,0 0 0,0 0 0,0 0 0,0 0 0,0 0 0,-1 0 0,1 0 0,0 0 0,0 0 0,0 0 0,0 1 0,-1-1 0,1 0 0,0 1 0,0-1 0,-1 0 0,1 1 0,0-1 0,0 1 0,-1 0 0,2 0 0,-2 0 0,0 1 0,0-1 0,0 0 0,0 0 0,0 0 0,0 1 0,0-1 0,-1 0 0,1 0 0,0 1 0,-1-1 0,1 0 0,-1 0 0,1 0 0,-1 0 0,-1 2 0,-3 5 0,-1 0 0,0 0 0,-13 12 0,6-9 0,-1-2 0,1 0 0,-2 0 0,1-1 0,-25 9 0,-84 24 0,94-33 0,-39 11 0,-2-4 0,0-2 0,-80 3 0,-214-8 0,341-9 0,-1 0 0,1-2 0,0 0 0,0-2 0,0 0 0,0-2 0,1 0 0,0-2 0,0 0 0,1-1 0,0-2 0,1 0 0,1-1 0,-26-21 0,21 12 0,10 11 0,0 0 0,1-1 0,1-1 0,0 0 0,0-1 0,2 0 0,-1-1 0,-13-28 0,14 16 0,1-1 0,1 0 0,2 0 0,1-1 0,-3-42 0,9-148 0,2 97 0,-2 60 0,-2-88 0,0 147 0,1 0 0,-1 0 0,1-1 0,-1 1 0,0 0 0,0 0 0,0 0 0,-1 0 0,1 0 0,-1 0 0,1 1 0,-1-1 0,0 0 0,0 1 0,0-1 0,-1 1 0,1 0 0,-1 0 0,1 0 0,-1 0 0,1 0 0,-1 0 0,0 1 0,0 0 0,0-1 0,0 1 0,0 0 0,0 0 0,-1 0 0,-4 0 0,-11-1 0,1 1 0,0 0 0,-1 1 0,-25 4 0,6 0 0,12-3-114,-38 1 357,60-2-358,0 0 0,0-1 0,0 0 0,0 0 0,0 0 0,0 0 1,0 0-1,0-1 0,0 0 0,0 0 0,1 0 0,-4-3 0,-7-8-6711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23.109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3897 2011 24575,'-592'12'0,"590"-12"0,-307 14 0,209-14 0,-109-13 0,186 10 0,1-1 0,-1-1 0,0-1 0,1-1 0,0 0 0,1-2 0,-34-18 0,42 18 0,-1 0 0,1 0 0,1-2 0,0 1 0,0-2 0,1 0 0,1 0 0,0 0 0,0-2 0,1 1 0,-12-27 0,7 7 0,2 0 0,1 0 0,2-1 0,1-1 0,1 1 0,-1-43 0,6-215 0,4 144 0,-1 143 0,-1-1 0,-1 0 0,1 1 0,-1-1 0,0 1 0,0-1 0,-1 1 0,1-1 0,-4-6 0,3 9 0,0 1 0,0-1 0,0 1 0,0 0 0,0 0 0,0 0 0,0 0 0,-1 0 0,1 0 0,-1 0 0,1 1 0,-1 0 0,1-1 0,-1 1 0,0 0 0,0 0 0,0 0 0,0 1 0,-5-2 0,-32-1 0,0 0 0,-74 7 0,25 0 0,-33-2 0,-491-4 0,524-3 0,-137-25 0,190 22 0,-1-1 0,1-2 0,1-2 0,0-1 0,1-1 0,0-3 0,2 0 0,0-2 0,1-1 0,-48-43 0,75 58 0,-1 0 0,1 1 0,0-1 0,0-1 0,0 1 0,1 0 0,0-1 0,0 0 0,1 0 0,0 0 0,-1-7 0,-13-34 0,14 44 0,-1 0 0,1 1 0,-1-1 0,0 1 0,0-1 0,0 1 0,-1 0 0,1 0 0,-1 0 0,1 1 0,-1-1 0,-5-2 0,-56-23 0,42 18 0,2 1 0,0 0 0,1-2 0,0-1 0,1 0 0,1-1 0,-29-26 0,39 31 0,0-1 0,1 1 0,0-1 0,1-1 0,-1 1 0,2-1 0,-1 0 0,2-1 0,-1 1 0,1-1 0,1 0 0,0 0 0,0 0 0,1 0 0,0-14 0,0-26 0,9-91 0,-1 115-1365,1 7-5461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38.54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1 897 24575,'17'-11'0,"2"2"0,-1 0 0,30-9 0,8-4 0,40-25 0,158-105 0,-242 144 0,-1 0 0,-1-1 0,1 0 0,-1 0 0,13-17 0,-21 23 0,0 1 0,0-1 0,0 0 0,0 0 0,0 0 0,-1 0 0,1 0 0,-1 0 0,0 0 0,0-1 0,0 1 0,0 0 0,0-1 0,-1 1 0,0-1 0,0 1 0,0-1 0,0 1 0,0-1 0,-1 1 0,1 0 0,-1-1 0,0 1 0,0 0 0,0-1 0,0 1 0,-3-3 0,-1-2 0,0 0 0,0 0 0,-1 0 0,-1 1 0,1 0 0,-9-7 0,13 12 0,0 1 0,0 0 0,0-1 0,0 1 0,0 0 0,0 0 0,-1 0 0,1 0 0,0 1 0,0-1 0,-1 1 0,1-1 0,0 1 0,-1 0 0,1 0 0,-1 0 0,1 0 0,0 0 0,-1 0 0,1 1 0,0-1 0,-1 1 0,1 0 0,0-1 0,0 1 0,0 0 0,-1 0 0,1 1 0,0-1 0,-2 2 0,2-1 0,0-1 0,0 1 0,0 0 0,0-1 0,0 1 0,0 0 0,1 0 0,-1 0 0,1 1 0,-1-1 0,1 0 0,0 0 0,0 1 0,0-1 0,0 1 0,0 2 0,1-3 0,0-1 0,0 1 0,0-1 0,1 0 0,-1 1 0,0-1 0,1 0 0,-1 0 0,1 1 0,0-1 0,-1 0 0,1 0 0,0 0 0,0 1 0,-1-1 0,1 0 0,0 0 0,0-1 0,0 1 0,0 0 0,1 0 0,-1 0 0,0-1 0,0 1 0,0 0 0,1-1 0,-1 1 0,0-1 0,1 0 0,-1 1 0,0-1 0,1 0 0,1 0 0,10 3 0,0 0 0,0-1 0,1-1 0,-1 0 0,1-1 0,-1 0 0,1-1 0,-1-1 0,0 0 0,1-1 0,-1 0 0,0-1 0,-1 0 0,1-1 0,-1-1 0,0 0 0,17-11 0,10-11 0,38-32 0,55-68 0,-116 113 4,1 2-1,32-21 0,-28 20 21,34-28 0,-50 37-154,0 0 1,0 0 0,0 0-1,-1-1 1,0 1 0,0-1-1,0 0 1,-1-1 0,0 1-1,4-12 1,-2-5-6697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48.76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22 6430 24575,'0'0'0,"-1"0"0,0-1 0,0 1 0,0 0 0,0 0 0,0-1 0,0 1 0,0 0 0,0-1 0,0 1 0,1-1 0,-1 1 0,0-1 0,0 1 0,0-1 0,1 0 0,-1 1 0,0-1 0,1 0 0,-1 0 0,1 0 0,-1 1 0,1-1 0,-1 0 0,1 0 0,0 0 0,-1 0 0,1 0 0,0 0 0,0 0 0,-1 0 0,1 0 0,0-1 0,0 0 0,0 0 0,0 1 0,0-1 0,0 0 0,0 0 0,1 1 0,-1-1 0,0 0 0,1 1 0,-1-1 0,1 1 0,0-1 0,-1 1 0,1-1 0,0 1 0,0-1 0,0 1 0,0 0 0,3-3 0,4-1 0,0 0 0,1 1 0,0 0 0,0 1 0,0 0 0,0 0 0,1 1 0,-1 0 0,12-1 0,90-2 0,-34 8 0,140 25 0,26 3 0,443-26 0,-370-8 0,-196 4 0,127-3 0,-233 1 0,-1 0 0,1-1 0,0 0 0,-1-1 0,0 0 0,0-2 0,0 1 0,0-2 0,0 1 0,-1-2 0,0 0 0,-1 0 0,1-1 0,-1 0 0,-1-1 0,0 0 0,0-1 0,15-19 0,-7 3 0,0 0 0,-2-1 0,21-50 0,23-92 0,-59 168 0,-1 0 0,0-1 0,1 1 0,-1 0 0,1-1 0,-1 1 0,1 0 0,0-1 0,0 1 0,-1 0 0,1 0 0,0 0 0,0 0 0,0 0 0,0 0 0,0 0 0,0 0 0,1 0 0,-1 1 0,0-1 0,0 0 0,1 1 0,-1-1 0,0 1 0,3-2 0,-1 2 0,0 1 0,-1-1 0,1 0 0,0 1 0,0-1 0,-1 1 0,1 0 0,0-1 0,-1 1 0,1 1 0,-1-1 0,4 2 0,7 6 0,-1 0 0,0 1 0,18 18 0,-24-22 0,1 0 0,0 0 0,0 0 0,0-1 0,1-1 0,-1 1 0,1-1 0,1 0 0,-1-1 0,0 0 0,1 0 0,16 2 0,-11-3 0,-1-1 0,0-1 0,1 0 0,-1-1 0,0 0 0,0-1 0,0-1 0,13-4 0,2-2 0,-1-2 0,-1-1 0,0-1 0,0-1 0,-1-2 0,-1 0 0,30-27 0,-23 15 0,-2-2 0,0-1 0,-2-1 0,-2-2 0,-1 0 0,-1-2 0,-3 0 0,0-2 0,16-46 0,-28 60 0,-2 0 0,-1 0 0,0 0 0,1-46 0,-9-99 0,-1 108 0,7-81 0,-3 140 0,0-1 0,1 0 0,-1 0 0,1 0 0,-1 0 0,1 0 0,0 1 0,0-1 0,1 0 0,-1 1 0,0-1 0,1 1 0,0-1 0,0 1 0,-1 0 0,1-1 0,0 1 0,1 0 0,2-2 0,-2 2 0,1 0 0,0 1 0,0-1 0,0 1 0,0-1 0,0 1 0,0 0 0,1 1 0,-1-1 0,0 1 0,8 0 0,9 2 0,0 1 0,0 1 0,-1 1 0,27 10 0,-33-11 0,17 6 0,1-1 0,0-2 0,0-1 0,0-2 0,1-1 0,-1-2 0,1-1 0,0-1 0,-1-2 0,1-1 0,35-10 0,21-12 0,153-68 0,-195 71 0,-1-2 0,-2-3 0,0 0 0,71-64 0,-46 29 0,-3-3 0,115-149 0,-158 183 0,-1-2 0,-2 0 0,-2-1 0,-1-1 0,-1-1 0,-3 0 0,-1-1 0,-1-1 0,9-71 0,-14 48 0,-4-84 0,-3 117 0,-2 0 0,-1 0 0,-1 1 0,-1-1 0,-12-32 0,14 50 0,-1 1 0,0-1 0,-1 1 0,0 0 0,-1 0 0,1 0 0,-2 1 0,-16-16 0,18 20 0,0 0 0,0 0 0,-1 0 0,0 1 0,0 0 0,0 1 0,-1-1 0,1 1 0,-1 1 0,0 0 0,1 0 0,-1 0 0,-11 0 0,25 2 0,5 1 0,0 0 0,0-1 0,1 0 0,-1-1 0,0 0 0,0 0 0,1-2 0,-1 1 0,10-5 0,22-11 0,-31 14 0,0-1 0,-1 0 0,1-1 0,-1 0 0,0-1 0,-1 0 0,0 0 0,14-14 0,17-27 0,-2-2 0,-2-1 0,-2-3 0,29-59 0,-15 10 0,49-147 0,-76 181 0,-3 0 0,-3-1 0,-3-1 0,-4 0 0,-2 0 0,-3-1 0,-4 0 0,-9-74 0,7 134 0,0 0 0,-2 1 0,1-1 0,-1 1 0,-1 0 0,0 0 0,-1 1 0,-12-19 0,2 7 0,-1 0 0,-33-31 0,47 51 0,1-1 0,0 0 0,-1 1 0,1-1 0,0 0 0,1 0 0,-4-6 0,5 8 0,0 1 0,0 0 0,0 0 0,0-1 0,-1 1 0,1 0 0,0-1 0,0 1 0,0 0 0,0 0 0,0-1 0,0 1 0,0 0 0,0-1 0,0 1 0,0 0 0,0 0 0,1-1 0,-1 1 0,0 0 0,0 0 0,0-1 0,0 1 0,0 0 0,0 0 0,1-1 0,-1 1 0,0 0 0,0 0 0,0 0 0,1-1 0,-1 1 0,0 0 0,18 3 0,31 20 0,-39-17 0,1 0 0,0-1 0,0 0 0,0-1 0,16 4 0,-15-6 0,0 0 0,1-1 0,-1 0 0,1-1 0,-1 0 0,1-1 0,-1-1 0,0 0 0,16-4 0,-21 4 0,0-1 0,0 0 0,0 0 0,0-1 0,-1 0 0,1 0 0,-1 0 0,0-1 0,0 0 0,-1 0 0,1-1 0,-1 1 0,-1-1 0,1 0 0,-1-1 0,6-10 0,4-13 0,-1 0 0,-1 0 0,-2-1 0,-2-1 0,0 0 0,-2 0 0,2-37 0,-6 26 0,-2 0 0,-2 0 0,-2 1 0,-17-84 0,13 91 0,-1-7 0,0 1 0,-3 0 0,-2 1 0,-1 1 0,-23-43 0,-59-89 0,38 81 0,-4 2 0,-97-103 0,151 180-151,-1 1-1,0 0 0,0 1 0,-1 0 1,0 0-1,-1 1 0,1 1 1,-22-10-1,12 10-6674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53.117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2258 4351 24575,'-1053'0'0,"1006"0"0,0-3 0,-48-8 0,70 6 0,1 0 0,1-2 0,-1-1 0,1 0 0,-36-20 0,31 12 0,0 0 0,1-2 0,-34-29 0,54 41 0,0-1 0,1 0 0,-1 0 0,1 0 0,1-1 0,-1 0 0,1 0 0,1-1 0,0 1 0,0-1 0,0 0 0,1 0 0,1 0 0,-1 0 0,-1-19 0,4 24 0,0-1 0,0 1 0,1-1 0,-1 1 0,1-1 0,0 1 0,0 0 0,1-1 0,-1 1 0,1 0 0,0 0 0,0 0 0,0 0 0,1 1 0,3-6 0,4-1 0,-1 0 0,2 0 0,15-11 0,-21 18 0,-5 3 0,0-1 0,0 1 0,0 0 0,0 0 0,1 0 0,-1 0 0,0 0 0,0 0 0,0 0 0,0 0 0,0 0 0,0 0 0,0 0 0,1 0 0,-1 0 0,0 0 0,0 0 0,0-1 0,0 1 0,0 0 0,0 0 0,0 0 0,0 0 0,0 0 0,1 0 0,-1 0 0,0-1 0,0 1 0,0 0 0,0 0 0,0 0 0,0 0 0,0 0 0,0 0 0,0-1 0,0 1 0,0 0 0,0 0 0,0 0 0,0 0 0,0 0 0,0-1 0,0 1 0,0 0 0,-1 0 0,1 0 0,0 0 0,0 0 0,0 0 0,0 0 0,0-1 0,0 1 0,0 0 0,0 0 0,0 0 0,0 0 0,-1 0 0,1 0 0,-12-1 0,-18 5 0,20 0 0,0 1 0,1 1 0,-1-1 0,1 1 0,0 1 0,-15 13 0,15-11 0,0-1 0,-1 0 0,0-1 0,-1-1 0,-14 8 0,8-8 0,0 0 0,0-1 0,0-2 0,-1 1 0,-31 0 0,-91-5 0,77-2 0,55 3 0,-1 0 0,1-1 0,0-1 0,-1 1 0,1-1 0,0 0 0,0-1 0,0 0 0,1 0 0,-1-1 0,-12-8 0,15 9 0,1-1 0,-1 0 0,1 0 0,0-1 0,0 1 0,1-1 0,-1 0 0,1 0 0,0 0 0,1 0 0,-1 0 0,1-1 0,0 1 0,0-1 0,1 0 0,-1 1 0,0-10 0,0-11 0,1 0 0,1-1 0,1 1 0,8-45 0,32-99 0,-10 53 0,164-501 0,-182 582 0,20-44 0,5 1 0,3 1 0,3 3 0,63-84 0,-84 129 0,0 0 0,2 1 0,1 1 0,39-31 0,-48 46 0,0 0 0,0 1 0,2 2 0,-1-1 0,1 2 0,1 1 0,0 0 0,0 1 0,23-4 0,-143-30 0,71 30 0,21 9 0,0-1 0,1 0 0,-1 0 0,1-1 0,-8-5 0,12 7 0,1-1 0,-1 1 0,1-1 0,-1 1 0,1-1 0,0 0 0,0 0 0,0 0 0,1 0 0,-1 0 0,1-1 0,-1 1 0,1 0 0,0-1 0,0-5 0,-1-2 0,1 1 0,1 0 0,0-1 0,0 1 0,1 0 0,1-1 0,-1 1 0,2 0 0,-1 0 0,2 0 0,4-12 0,8-11 0,36-58 0,-34 62 0,13-19 0,74-87 0,53-33 0,-120 130 0,7-10 0,2 2 0,1 3 0,85-58 0,-103 75 0,-27 22 0,1 1 0,-1-1 0,1 1 0,0 0 0,0 0 0,0 0 0,1 0 0,-1 1 0,9-4 0,-12 6 0,1 0 0,-1 0 0,0 0 0,1 0 0,-1 1 0,0-1 0,1 0 0,-1 1 0,0-1 0,0 0 0,1 1 0,-1 0 0,0-1 0,0 1 0,2 1 0,-2-1 0,0 0 0,0-1 0,0 1 0,0-1 0,0 1 0,0 0 0,0-1 0,0 0 0,0 1 0,0-1 0,0 0 0,1 1 0,-1-1 0,0 0 0,0 0 0,0 0 0,0 0 0,1 0 0,-1 0 0,0-1 0,0 1 0,0 0 0,0 0 0,1-1 0,-1 1 0,1-1 0,9-7 0,-1 0 0,0-1 0,-1 0 0,1 0 0,-2-1 0,0 0 0,9-13 0,6-6 0,90-96 0,257-218 0,-298 287 0,2 3 0,3 3 0,1 4 0,106-46 0,-154 80 0,1 1 0,0 1 0,1 2 0,0 1 0,1 1 0,-1 2 0,1 1 0,0 2 0,0 1 0,50 7 0,-73-5 0,-1 0 0,0 0 0,0 1 0,0 1 0,0-1 0,0 1 0,-1 1 0,0 0 0,11 7 0,-15-9 0,0-1 0,0 1 0,-1 1 0,1-1 0,-1 0 0,1 1 0,-1 0 0,0 0 0,-1 0 0,1 0 0,-1 0 0,0 0 0,0 1 0,0-1 0,0 1 0,-1-1 0,1 1 0,-1 0 0,0 7 0,-1-12 0,0 0 0,0 0 1,0 0-1,0 0 0,-1-1 0,1 1 0,0 0 0,0 0 0,0 0 0,0 0 0,-1-1 1,1 1-1,0 0 0,0 0 0,0 0 0,-1 0 0,1 0 0,0 0 0,0 0 0,-1 0 1,1 0-1,0 0 0,0 0 0,0 0 0,-1 0 0,1 0 0,0 0 0,0 0 0,-1 0 1,1 0-1,0 0 0,0 0 0,0 0 0,-1 0 0,1 0 0,0 0 0,0 1 0,0-1 1,-1 0-1,1 0 0,0 0 0,0 0 0,0 0 0,0 1 0,-1-1 0,1 0 0,0 0 1,0 0-1,0 1 0,0-1 0,0 0 0,0 0 0,0 0 0,0 1 0,0-1 0,-1 0 0,1 0 1,0 1-1,0-1 0,0 0 0,0 0 0,0 0 0,0 1 0,1-1 0,-1 0 0,0 0 1,0 1-1,-18-23-2,5 7-1369,-3 2-5455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24:11.312"/>
    </inkml:context>
    <inkml:brush xml:id="br0">
      <inkml:brushProperty name="width" value="0.35" units="cm"/>
      <inkml:brushProperty name="height" value="2.1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192 317,'0'4,"0"12,0 8,4 4,7-2,11-6,7-6,3-5,5-5,2-3,-1-1,-3-6,-2-6,-6-7,-4 1,0-2,0-2,1-2,2-3,0 5,-3 0,-1 0,-5-2,-9 4,-12 5,-9 4,-8 6,-4 2,-4 7,-1 3,0 5,0 0,0 8,0 6,2-3,4 1,7 0,1 2,-1-5,2 0,4 1,3 1,4 2,2 1,6-3,8-7,5-5,6-9,-1-10,-1-4,3-4,-4-5,0-3,1-3,1 4,-2 1,-5-1,-5-1,-4-2,-13-1,-9 5,-13 5,-5 6,-7 4,-1 5,1 6,4 3,2 0,4-1,5 3,9 6,2 4,3 4,4 2,8-2,9-5,2-11,5-7,9-7,5-8,3-6,-1-5,0-2,0-1,-2 4,-5 2,-3 4,0 1,2-1,-5-2,-4-3,-6-2,-3-1,-8 4,-9 6,-7 6,-10 4,-5 4,-6 3,-7 0,0 6,-2 1,-2 10,8 6,5 5,0-3,1 3,3 3,1 0,7 0,7 0,12-6,16-12,11-8,2-9,2-10,7-7,2-4,0 2,4 0,1-1,-2 4,2 0,0 3,-3 5,-1 5,-8 8,-3 4,-6 6,-1 5,-4 6,-3 3,-4 2,-3 2,-2 1,-1-1,-1 0,0 0,1 0,-6 0,-5-6,-2 4,-3 1,-4-3,2-2,-1 5,-2-2,-3 0,4-1,-5 1,-3-5,-2-5,0-5,0-6,1-2,-1-7,1-8,6-6,1-6,4-2,6-3,5 0,3-1,3 0,1 1,1 0,4 0,3 1,3 4,6 7,-1 2,-2-2,0-3,4 2,2 4,-1 0,5 2,4 3,-4-1,0 0,0-2,6 0,2 3,1 3,0 2,-2 2,-1 1,0 1,-1 0,-1 1,0-1,0 1,0-1,0 0,0 0,1 0,-1 0,0 0,-5 5,-5 6,-7 6,-5 5,-4 4,-1 2,-2 1,-5-4,-2 2,-4-2,0 4,-7 1,-6 1,-8 5,-3 0,-1-5,2-3,2-2,1 0,2-5,1-6,6-1,1 3,-5 2,-2-1,-2-4,1-4,-1-5,1-2,1-2,0-1,1-1,4-4,7-8,6-5,6-4,2-4,8-2,2-1,0-1,-1 1,3 0,5 0,5 0,4 1,-2-1,1 1,0 5,2 6,2 1,-4-1,-1 2,1 4,2 3,-4-1,0-4,2-1,1 4,-4 7,-8 4,-12 3,-11 0,-7-1,-6 0,-3 3,-2 2,-1 3,1 0,0-1,1-3,0-3,0-1,5-7,7-2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24:15.946"/>
    </inkml:context>
    <inkml:brush xml:id="br0">
      <inkml:brushProperty name="width" value="0.35" units="cm"/>
      <inkml:brushProperty name="height" value="2.1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192 317,'0'4,"0"12,0 8,4 4,7-2,11-6,7-6,3-5,5-5,2-3,-1-1,-3-6,-2-6,-6-7,-4 1,0-2,0-2,1-2,2-3,0 5,-3 0,-1 0,-5-2,-9 4,-12 5,-9 4,-8 6,-4 2,-4 7,-1 3,0 5,0 0,0 8,0 6,2-3,4 1,7 0,1 2,-1-5,2 0,4 1,3 1,4 2,2 1,6-3,8-7,5-5,6-9,-1-10,-1-4,3-4,-4-5,0-3,1-3,1 4,-2 1,-5-1,-5-1,-4-2,-13-1,-9 5,-13 5,-5 6,-7 4,-1 5,1 6,4 3,2 0,4-1,5 3,9 6,2 4,3 4,4 2,8-2,9-5,2-11,5-7,9-7,5-8,3-6,-1-5,0-2,0-1,-2 4,-5 2,-3 4,0 1,2-1,-5-2,-4-3,-6-2,-3-1,-8 4,-9 6,-7 6,-10 4,-5 4,-6 3,-7 0,0 6,-2 1,-2 10,8 6,5 5,0-3,1 3,3 3,1 0,7 0,7 0,12-6,16-12,11-8,2-9,2-10,7-7,2-4,0 2,4 0,1-1,-2 4,2 0,0 3,-3 5,-1 5,-8 8,-3 4,-6 6,-1 5,-4 6,-3 3,-4 2,-3 2,-2 1,-1-1,-1 0,0 0,1 0,-6 0,-5-6,-2 4,-3 1,-4-3,2-2,-1 5,-2-2,-3 0,4-1,-5 1,-3-5,-2-5,0-5,0-6,1-2,-1-7,1-8,6-6,1-6,4-2,6-3,5 0,3-1,3 0,1 1,1 0,4 0,3 1,3 4,6 7,-1 2,-2-2,0-3,4 2,2 4,-1 0,5 2,4 3,-4-1,0 0,0-2,6 0,2 3,1 3,0 2,-2 2,-1 1,0 1,-1 0,-1 1,0-1,0 1,0-1,0 0,0 0,1 0,-1 0,0 0,-5 5,-5 6,-7 6,-5 5,-4 4,-1 2,-2 1,-5-4,-2 2,-4-2,0 4,-7 1,-6 1,-8 5,-3 0,-1-5,2-3,2-2,1 0,2-5,1-6,6-1,1 3,-5 2,-2-1,-2-4,1-4,-1-5,1-2,1-2,0-1,1-1,4-4,7-8,6-5,6-4,2-4,8-2,2-1,0-1,-1 1,3 0,5 0,5 0,4 1,-2-1,1 1,0 5,2 6,2 1,-4-1,-1 2,1 4,2 3,-4-1,0-4,2-1,1 4,-4 7,-8 4,-12 3,-11 0,-7-1,-6 0,-3 3,-2 2,-1 3,1 0,0-1,1-3,0-3,0-1,5-7,7-2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24:16.180"/>
    </inkml:context>
    <inkml:brush xml:id="br0">
      <inkml:brushProperty name="width" value="0.35" units="cm"/>
      <inkml:brushProperty name="height" value="2.1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192 317,'0'4,"0"12,0 8,4 4,7-2,11-6,7-6,3-5,5-5,2-3,-1-1,-3-6,-2-6,-6-7,-4 1,0-2,0-2,1-2,2-3,0 5,-3 0,-1 0,-5-2,-9 4,-12 5,-9 4,-8 6,-4 2,-4 7,-1 3,0 5,0 0,0 8,0 6,2-3,4 1,7 0,1 2,-1-5,2 0,4 1,3 1,4 2,2 1,6-3,8-7,5-5,6-9,-1-10,-1-4,3-4,-4-5,0-3,1-3,1 4,-2 1,-5-1,-5-1,-4-2,-13-1,-9 5,-13 5,-5 6,-7 4,-1 5,1 6,4 3,2 0,4-1,5 3,9 6,2 4,3 4,4 2,8-2,9-5,2-11,5-7,9-7,5-8,3-6,-1-5,0-2,0-1,-2 4,-5 2,-3 4,0 1,2-1,-5-2,-4-3,-6-2,-3-1,-8 4,-9 6,-7 6,-10 4,-5 4,-6 3,-7 0,0 6,-2 1,-2 10,8 6,5 5,0-3,1 3,3 3,1 0,7 0,7 0,12-6,16-12,11-8,2-9,2-10,7-7,2-4,0 2,4 0,1-1,-2 4,2 0,0 3,-3 5,-1 5,-8 8,-3 4,-6 6,-1 5,-4 6,-3 3,-4 2,-3 2,-2 1,-1-1,-1 0,0 0,1 0,-6 0,-5-6,-2 4,-3 1,-4-3,2-2,-1 5,-2-2,-3 0,4-1,-5 1,-3-5,-2-5,0-5,0-6,1-2,-1-7,1-8,6-6,1-6,4-2,6-3,5 0,3-1,3 0,1 1,1 0,4 0,3 1,3 4,6 7,-1 2,-2-2,0-3,4 2,2 4,-1 0,5 2,4 3,-4-1,0 0,0-2,6 0,2 3,1 3,0 2,-2 2,-1 1,0 1,-1 0,-1 1,0-1,0 1,0-1,0 0,0 0,1 0,-1 0,0 0,-5 5,-5 6,-7 6,-5 5,-4 4,-1 2,-2 1,-5-4,-2 2,-4-2,0 4,-7 1,-6 1,-8 5,-3 0,-1-5,2-3,2-2,1 0,2-5,1-6,6-1,1 3,-5 2,-2-1,-2-4,1-4,-1-5,1-2,1-2,0-1,1-1,4-4,7-8,6-5,6-4,2-4,8-2,2-1,0-1,-1 1,3 0,5 0,5 0,4 1,-2-1,1 1,0 5,2 6,2 1,-4-1,-1 2,1 4,2 3,-4-1,0-4,2-1,1 4,-4 7,-8 4,-12 3,-11 0,-7-1,-6 0,-3 3,-2 2,-1 3,1 0,0-1,1-3,0-3,0-1,5-7,7-2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24:16.282"/>
    </inkml:context>
    <inkml:brush xml:id="br0">
      <inkml:brushProperty name="width" value="0.35" units="cm"/>
      <inkml:brushProperty name="height" value="2.1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192 317,'0'4,"0"12,0 8,4 4,7-2,11-6,7-6,3-5,5-5,2-3,-1-1,-3-6,-2-6,-6-7,-4 1,0-2,0-2,1-2,2-3,0 5,-3 0,-1 0,-5-2,-9 4,-12 5,-9 4,-8 6,-4 2,-4 7,-1 3,0 5,0 0,0 8,0 6,2-3,4 1,7 0,1 2,-1-5,2 0,4 1,3 1,4 2,2 1,6-3,8-7,5-5,6-9,-1-10,-1-4,3-4,-4-5,0-3,1-3,1 4,-2 1,-5-1,-5-1,-4-2,-13-1,-9 5,-13 5,-5 6,-7 4,-1 5,1 6,4 3,2 0,4-1,5 3,9 6,2 4,3 4,4 2,8-2,9-5,2-11,5-7,9-7,5-8,3-6,-1-5,0-2,0-1,-2 4,-5 2,-3 4,0 1,2-1,-5-2,-4-3,-6-2,-3-1,-8 4,-9 6,-7 6,-10 4,-5 4,-6 3,-7 0,0 6,-2 1,-2 10,8 6,5 5,0-3,1 3,3 3,1 0,7 0,7 0,12-6,16-12,11-8,2-9,2-10,7-7,2-4,0 2,4 0,1-1,-2 4,2 0,0 3,-3 5,-1 5,-8 8,-3 4,-6 6,-1 5,-4 6,-3 3,-4 2,-3 2,-2 1,-1-1,-1 0,0 0,1 0,-6 0,-5-6,-2 4,-3 1,-4-3,2-2,-1 5,-2-2,-3 0,4-1,-5 1,-3-5,-2-5,0-5,0-6,1-2,-1-7,1-8,6-6,1-6,4-2,6-3,5 0,3-1,3 0,1 1,1 0,4 0,3 1,3 4,6 7,-1 2,-2-2,0-3,4 2,2 4,-1 0,5 2,4 3,-4-1,0 0,0-2,6 0,2 3,1 3,0 2,-2 2,-1 1,0 1,-1 0,-1 1,0-1,0 1,0-1,0 0,0 0,1 0,-1 0,0 0,-5 5,-5 6,-7 6,-5 5,-4 4,-1 2,-2 1,-5-4,-2 2,-4-2,0 4,-7 1,-6 1,-8 5,-3 0,-1-5,2-3,2-2,1 0,2-5,1-6,6-1,1 3,-5 2,-2-1,-2-4,1-4,-1-5,1-2,1-2,0-1,1-1,4-4,7-8,6-5,6-4,2-4,8-2,2-1,0-1,-1 1,3 0,5 0,5 0,4 1,-2-1,1 1,0 5,2 6,2 1,-4-1,-1 2,1 4,2 3,-4-1,0-4,2-1,1 4,-4 7,-8 4,-12 3,-11 0,-7-1,-6 0,-3 3,-2 2,-1 3,1 0,0-1,1-3,0-3,0-1,5-7,7-2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24:28.067"/>
    </inkml:context>
    <inkml:brush xml:id="br0">
      <inkml:brushProperty name="width" value="0.35" units="cm"/>
      <inkml:brushProperty name="height" value="2.1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192 317,'0'4,"0"12,0 8,4 4,7-2,11-6,7-6,3-5,5-5,2-3,-1-1,-3-6,-2-6,-6-7,-4 1,0-2,0-2,1-2,2-3,0 5,-3 0,-1 0,-5-2,-9 4,-12 5,-9 4,-8 6,-4 2,-4 7,-1 3,0 5,0 0,0 8,0 6,2-3,4 1,7 0,1 2,-1-5,2 0,4 1,3 1,4 2,2 1,6-3,8-7,5-5,6-9,-1-10,-1-4,3-4,-4-5,0-3,1-3,1 4,-2 1,-5-1,-5-1,-4-2,-13-1,-9 5,-13 5,-5 6,-7 4,-1 5,1 6,4 3,2 0,4-1,5 3,9 6,2 4,3 4,4 2,8-2,9-5,2-11,5-7,9-7,5-8,3-6,-1-5,0-2,0-1,-2 4,-5 2,-3 4,0 1,2-1,-5-2,-4-3,-6-2,-3-1,-8 4,-9 6,-7 6,-10 4,-5 4,-6 3,-7 0,0 6,-2 1,-2 10,8 6,5 5,0-3,1 3,3 3,1 0,7 0,7 0,12-6,16-12,11-8,2-9,2-10,7-7,2-4,0 2,4 0,1-1,-2 4,2 0,0 3,-3 5,-1 5,-8 8,-3 4,-6 6,-1 5,-4 6,-3 3,-4 2,-3 2,-2 1,-1-1,-1 0,0 0,1 0,-6 0,-5-6,-2 4,-3 1,-4-3,2-2,-1 5,-2-2,-3 0,4-1,-5 1,-3-5,-2-5,0-5,0-6,1-2,-1-7,1-8,6-6,1-6,4-2,6-3,5 0,3-1,3 0,1 1,1 0,4 0,3 1,3 4,6 7,-1 2,-2-2,0-3,4 2,2 4,-1 0,5 2,4 3,-4-1,0 0,0-2,6 0,2 3,1 3,0 2,-2 2,-1 1,0 1,-1 0,-1 1,0-1,0 1,0-1,0 0,0 0,1 0,-1 0,0 0,-5 5,-5 6,-7 6,-5 5,-4 4,-1 2,-2 1,-5-4,-2 2,-4-2,0 4,-7 1,-6 1,-8 5,-3 0,-1-5,2-3,2-2,1 0,2-5,1-6,6-1,1 3,-5 2,-2-1,-2-4,1-4,-1-5,1-2,1-2,0-1,1-1,4-4,7-8,6-5,6-4,2-4,8-2,2-1,0-1,-1 1,3 0,5 0,5 0,4 1,-2-1,1 1,0 5,2 6,2 1,-4-1,-1 2,1 4,2 3,-4-1,0-4,2-1,1 4,-4 7,-8 4,-12 3,-11 0,-7-1,-6 0,-3 3,-2 2,-1 3,1 0,0-1,1-3,0-3,0-1,5-7,7-2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24:28.322"/>
    </inkml:context>
    <inkml:brush xml:id="br0">
      <inkml:brushProperty name="width" value="0.35" units="cm"/>
      <inkml:brushProperty name="height" value="2.1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192 317,'0'4,"0"12,0 8,4 4,7-2,11-6,7-6,3-5,5-5,2-3,-1-1,-3-6,-2-6,-6-7,-4 1,0-2,0-2,1-2,2-3,0 5,-3 0,-1 0,-5-2,-9 4,-12 5,-9 4,-8 6,-4 2,-4 7,-1 3,0 5,0 0,0 8,0 6,2-3,4 1,7 0,1 2,-1-5,2 0,4 1,3 1,4 2,2 1,6-3,8-7,5-5,6-9,-1-10,-1-4,3-4,-4-5,0-3,1-3,1 4,-2 1,-5-1,-5-1,-4-2,-13-1,-9 5,-13 5,-5 6,-7 4,-1 5,1 6,4 3,2 0,4-1,5 3,9 6,2 4,3 4,4 2,8-2,9-5,2-11,5-7,9-7,5-8,3-6,-1-5,0-2,0-1,-2 4,-5 2,-3 4,0 1,2-1,-5-2,-4-3,-6-2,-3-1,-8 4,-9 6,-7 6,-10 4,-5 4,-6 3,-7 0,0 6,-2 1,-2 10,8 6,5 5,0-3,1 3,3 3,1 0,7 0,7 0,12-6,16-12,11-8,2-9,2-10,7-7,2-4,0 2,4 0,1-1,-2 4,2 0,0 3,-3 5,-1 5,-8 8,-3 4,-6 6,-1 5,-4 6,-3 3,-4 2,-3 2,-2 1,-1-1,-1 0,0 0,1 0,-6 0,-5-6,-2 4,-3 1,-4-3,2-2,-1 5,-2-2,-3 0,4-1,-5 1,-3-5,-2-5,0-5,0-6,1-2,-1-7,1-8,6-6,1-6,4-2,6-3,5 0,3-1,3 0,1 1,1 0,4 0,3 1,3 4,6 7,-1 2,-2-2,0-3,4 2,2 4,-1 0,5 2,4 3,-4-1,0 0,0-2,6 0,2 3,1 3,0 2,-2 2,-1 1,0 1,-1 0,-1 1,0-1,0 1,0-1,0 0,0 0,1 0,-1 0,0 0,-5 5,-5 6,-7 6,-5 5,-4 4,-1 2,-2 1,-5-4,-2 2,-4-2,0 4,-7 1,-6 1,-8 5,-3 0,-1-5,2-3,2-2,1 0,2-5,1-6,6-1,1 3,-5 2,-2-1,-2-4,1-4,-1-5,1-2,1-2,0-1,1-1,4-4,7-8,6-5,6-4,2-4,8-2,2-1,0-1,-1 1,3 0,5 0,5 0,4 1,-2-1,1 1,0 5,2 6,2 1,-4-1,-1 2,1 4,2 3,-4-1,0-4,2-1,1 4,-4 7,-8 4,-12 3,-11 0,-7-1,-6 0,-3 3,-2 2,-1 3,1 0,0-1,1-3,0-3,0-1,5-7,7-2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24:41.896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0 24575,'0'0'-8191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24:51.48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 24575,'0'2'0,"1"0"0,0 1 0,0-1 0,0 0 0,1 0 0,-1 0 0,0 0 0,1 0 0,-1 0 0,1-1 0,0 1 0,0 0 0,-1-1 0,1 1 0,3 0 0,3 6 0,6 4 0,-1 0 0,-1 1 0,-1 0 0,1 1 0,-2 0 0,0 1 0,13 27 0,-10-17 0,1 0 0,1-1 0,1 0 0,2-1 0,21 23 0,-2-3 0,-30-34 0,0 0 0,-1 0 0,0 0 0,0 1 0,7 18 0,-10-22 0,0 0 0,1 0 0,-1-1 0,1 1 0,0-1 0,0 0 0,1 0 0,5 4 0,-5-5 0,-1 0 0,0 1 0,0-1 0,0 1 0,-1-1 0,1 1 0,-1 0 0,0 0 0,-1 1 0,4 7 0,46 134 0,-47-124 0,-1 0 0,-1 0 0,-1 1 0,-1-1 0,-4 45 0,1-31 0,3 41 0,13-9 0,-10-52 0,0 1 0,1 20 0,9 73 0,-7-71 0,2 62 0,-9-74 0,1 1 0,2-1 0,9 40 0,-5-24 0,-2 0 0,-2 0 0,-5 86 0,0-36 0,2 105-1365,0-217-5461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24:53.94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1771 24575,'538'0'0,"-534"0"0,0 0 0,0 0 0,0 0 0,0 0 0,0-1 0,0 0 0,0 0 0,0 0 0,0 0 0,0-1 0,0 1 0,-1-1 0,1 0 0,5-4 0,-6 3 0,-1 0 0,0 0 0,0 0 0,1 0 0,-2 0 0,1-1 0,0 1 0,-1-1 0,0 1 0,0-1 0,0 1 0,0-1 0,0 0 0,-1 1 0,1-1 0,-1-5 0,-3-137 0,0 97 0,4-71 0,13 52 0,-10 51 0,0-1 0,1-21 0,-2-303 0,-5 176 0,2 156 0,1-1 0,0 0 0,1 1 0,0 0 0,1-1 0,0 1 0,1 0 0,0 0 0,0 0 0,7-9 0,7-10 0,41-47 0,-38 51 0,-2-1 0,20-32 0,81-142 0,-115 191 0,-1 0 0,0 0 0,-1 0 0,0 0 0,4-19 0,-5 18 0,1 0 0,-1 0 0,2 1 0,-1 0 0,9-15 0,0-3 120,-12 27-150,0-1 1,1 1-1,-1-1 0,0 1 0,0-1 1,0 1-1,0-1 0,0 0 1,0 1-1,0-1 0,0 1 1,0-1-1,0 1 0,-1-1 0,1 1 1,0-1-1,0 1 0,0-1 1,-1 1-1,1-1 0,0 1 1,0-1-1,-1 1 0,1 0 0,0-1 1,-1 1-1,1-1 0,-1 1 1,1 0-1,-1-1 0,1 1 1,0 0-1,-1 0 0,1-1 0,-1 1 1,1 0-1,-1 0 0,1 0 1,-1 0-1,0 0 0,1-1 1,-1 1-1,1 0 0,-1 0 0,1 0 1,-1 0-1,1 1 0,-1-1 1,0 0-1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5:50.277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933 5335 24575,'-3'-36'0,"-1"1"0,-2 0 0,-1 0 0,-2 0 0,-18-45 0,8 28 0,-94-304 0,59 179 0,28 104 0,20 49 0,0 0 0,2 0 0,-2-38 0,5 39 0,-2-1 0,0 1 0,-1 0 0,-10-28 0,-5 1 0,3 0 0,-20-99 0,25 89 0,-24-72 0,22 90 0,2 1 0,1-1 0,3-1 0,-4-56 0,9 75 0,0 1 0,-2-1 0,-1 1 0,-15-41 0,-7-35 0,24 85 0,-11-64 0,-47-139 0,55 195 0,0-1 0,1 0 0,2 0 0,0-1 0,1-41 0,2 37 0,-2 0 0,0 0 0,-10-41 0,-8-2 0,5 21 0,2 0 0,2-1 0,-6-81 0,10 57 0,-4 1 0,-2 1 0,-25-74 0,-17-88 0,47 184 0,-16-83 0,5-1 0,0-149 0,21-659-1365,-2 913-5461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5:55.145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1 3669 24575,'7'-1'0,"0"0"0,0 0 0,0-1 0,-1 0 0,1-1 0,0 0 0,-1 0 0,0 0 0,1 0 0,-1-1 0,-1 0 0,7-6 0,6-2 0,197-149 0,-125 91 0,30-31 0,163-176 0,-159 148 0,17-35 0,-37 39 0,-86 103 0,0-1 0,-1 0 0,-1-1 0,-1 0 0,17-39 0,2 3 0,-24 46 0,-1-1 0,12-28 0,44-137 0,25-61 0,-72 194 0,14-67 0,3-7 0,-3 11 0,-23 73 0,2 2 0,1-1 0,19-38 0,67-128 0,-29 62 0,-6-3 0,46-162 0,-76 191 0,-19 61 0,37-90 0,-25 76 58,-18 44-532,0 1-1,16-28 1,-11 29-6352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5:58.834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775 6459 24575,'-1'-21'0,"0"-1"0,-2 1 0,-1 0 0,-12-41 0,-39-79 0,38 100 0,-10-28 0,4 0 0,3-2 0,-13-82 0,19 76 0,-4 0 0,-30-84 0,4 34 0,-17-47 0,-12-34 0,59 163 0,-13-78 0,23 100 0,-49-260 0,16 38 0,30 192 0,-1-49 0,7 74 0,-1-1 0,-1 1 0,-1 0 0,-2 0 0,-15-49 0,14 60 0,2 0 0,0-1 0,0 0 0,2 0 0,-1-21 0,1-93 0,4 93 0,-1-1 0,-11-69 0,-12-55 0,7 43 0,-1-38 0,1 0 0,6 68 0,4 0 0,7-115 0,2 69 0,-3-796 0,1 914 0,0 0 0,2 0 0,0 0 0,11-34 0,34-72 0,-35 93 0,-6 16 0,0 0 0,0-1 0,-1 0 0,0-1 0,-2 1 0,0-1 0,2-27 0,-4 28 0,-1 1 0,2-1 0,0 1 0,1-1 0,1 1 0,0 1 0,9-18 0,1-5 0,-11 25 0,1 1 0,0 0 0,11-17 0,-4 9 0,-1-1 0,0 0 0,-2 0 0,-1-1 0,0 0 0,-2 0 0,0-1 0,3-34 0,-5 37 0,1 1 0,1 0 0,1 0 0,14-29 0,8-21 0,-19 44 0,2 0 0,0 0 0,16-23 0,-24 41-170,0-1-1,-1 1 0,0-1 1,0 0-1,-1 0 0,0 0 1,1-10-1,0-6-6655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01.329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505 3332 24575,'-2'-59'0,"-2"0"0,-4 0 0,-1 1 0,-4 0 0,-1 0 0,-33-79 0,39 111 0,1 0 0,1 0 0,1 0 0,2-1 0,0-28 0,0 20 0,-3-11 0,-3-1 0,-26-81 0,-3-18 0,28 100 0,0-2 0,-5-59 0,-5-34 0,7 64 0,1 4 0,2 16 0,-3-88 0,10 78 0,-4 0 0,-19-89 0,14 82 0,-3-123 0,12 129 0,-11-56 0,7 79 0,-2-59 0,8 47 0,-16-106 0,11 113 0,2-2 0,4-67 0,-3-48 0,2 163 15,0 0 0,1 0 0,-2-1 0,1 1 0,0 0 0,-1 1 0,-3-8 0,5 11-50,-1-1-1,1 0 1,-1 0 0,1 0-1,-1 1 1,1-1-1,-1 0 1,1 1 0,-1-1-1,1 1 1,-1-1 0,0 0-1,1 1 1,-1-1 0,0 1-1,0 0 1,1-1 0,-1 1-1,0 0 1,0-1-1,0 1 1,1 0 0,-1 0-1,0 0 1,0-1 0,0 1-1,0 0 1,0 0 0,1 0-1,-1 1 1,0-1 0,0 0-1,0 0 1,0 0-1,0 1 1,1-1 0,-1 0-1,0 1 1,0-1 0,1 0-1,-2 2 1,-9 8-6791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5:41.678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1 5512 24575,'44'-42'0,"78"-58"0,-70 60 0,55-55 0,295-368 0,-45-35 0,310-587 0,-662 1076 0,335-596 0,-245 432 0,86-218 0,-126 232 0,6-11 0,-35 108 0,-2-1 0,-3-2 0,-3 0 0,-3-1 0,-3-1 0,5-79 0,-6 5 0,10-264 0,-7 196 0,1 6 0,-16 48-1365,1 120-5461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5:44.350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3057 6531 24575,'-2'0'0,"0"-1"0,0 0 0,0 0 0,1 0 0,-1 0 0,0 0 0,1 0 0,-1 0 0,0-1 0,1 1 0,0 0 0,-1-1 0,1 1 0,0-1 0,0 0 0,-2-2 0,-5-6 0,-219-217 0,-375-434 0,209 205 0,329 375 0,3-3 0,-77-143 0,45 71 0,5 2 0,-9-15 0,46 80 0,-43-102 0,9 15 0,-66-162 0,43 90 0,4 16 0,78 164 0,-27-105 0,10 24 0,-63-150 0,5 22 0,67 152 0,-28-199 0,21 90 0,29 155 0,-3-129 0,2 12 0,-46-218 0,57 399 0,-5-64 0,-4 1 0,-3 0 0,-26-82 0,27 130-1365,1 7-5461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5:46.867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1 5472 24575,'0'-4'0,"1"0"0,0 0 0,0 0 0,0 0 0,0 0 0,1 0 0,-1 0 0,1 1 0,0-1 0,1 1 0,4-7 0,1-2 0,513-715-729,63 36 696,-228 233 883,-218 269-938,176-241 88,-291 398 0,165-209 0,-119 165 0,-4-3 0,-3-3 0,59-104 0,-65 87 0,-3-3 0,43-122 0,44-209 0,-123 376 0,-2-2 0,9-82 0,17-69 0,-24 151 0,-3 0 0,7-63 0,4-35 0,-13 93 0,6-85 0,-15 122 34,1 0-1,1 0 0,11-35 1,-7 30-784,8-51 1,-15 59-6077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04.378"/>
    </inkml:context>
    <inkml:brush xml:id="br0">
      <inkml:brushProperty name="width" value="0.025" units="cm"/>
      <inkml:brushProperty name="height" value="0.025" units="cm"/>
      <inkml:brushProperty name="color" value="#786458"/>
    </inkml:brush>
  </inkml:definitions>
  <inkml:trace contextRef="#ctx0" brushRef="#br0">1 2345 24575,'1'-20'0,"2"0"0,0 0 0,2 0 0,0 1 0,1-1 0,0 1 0,16-28 0,-8 14 0,12-42 0,54-166 0,-46 142 0,57-131 0,-32 88 0,-16 40 0,29-81 0,-58 127 0,-11 40 0,0 1 0,2-1 0,0 1 0,1 0 0,0 0 0,10-17 0,3 0 0,26-65 0,-18 35 0,-20 46 0,-2 0 0,0-1 0,5-32 0,2-6 0,20-95 0,-25 118 0,9-100 0,-1 7 0,-6 62-1365,-7 35-5461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14.659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5122 7968 24575,'-11'2'0,"-1"-1"0,1 2 0,0 0 0,0 0 0,0 1 0,0 0 0,0 1 0,-10 6 0,-25 11 0,-143 41 0,-43 18 0,-22 42 0,72-34 0,170-83 0,-659 297 0,-22-57 0,581-218 0,-1-4 0,-2-6 0,-175 6 0,266-23 0,-1-2 0,0 0 0,1-2 0,-1 0 0,1-2 0,-37-12 0,48 13 0,1-2 0,0 1 0,0-2 0,0 1 0,1-2 0,0 0 0,0 0 0,1-1 0,0 0 0,0 0 0,1-1 0,0-1 0,-11-18 0,-2-10 0,1-1 0,2-1 0,2 0 0,2-2 0,2 0 0,2 0 0,-8-55 0,11 35 0,3-1 0,3 0 0,2 0 0,14-96 0,-6 108 0,3 0 0,20-56 0,45-96 0,-34 95 0,-30 79 0,1 1 0,1 0 0,2 0 0,1 2 0,1 0 0,42-48 0,-42 56 0,0 2 0,1 0 0,1 1 0,1 1 0,0 1 0,1 1 0,1 0 0,0 2 0,34-12 0,-17 10 0,49-10 0,-75 21 0,0-1 0,0 2 0,0 0 0,0 1 0,0 0 0,1 1 0,18 3 0,-29-3 0,0 0 0,0 1 0,-1-1 0,1 1 0,0-1 0,-1 1 0,1 0 0,-1 1 0,0-1 0,0 0 0,0 1 0,0 0 0,0 0 0,0 0 0,-1 0 0,0 0 0,1 0 0,-1 1 0,0-1 0,0 1 0,-1-1 0,1 1 0,-1 0 0,2 7 0,0 5 0,-1 1 0,-1-1 0,0 0 0,-3 28 0,2-39 0,-1 2 0,0 1 0,-1-1 0,0 0 0,0 0 0,-1 0 0,1 0 0,-1 0 0,-1-1 0,0 1 0,1-1 0,-2 0 0,1 0 0,-1 0 0,0-1 0,0 0 0,0 1 0,-10 5 0,-1 1 0,-1-1 0,0-1 0,0 0 0,-1-1 0,-29 9 0,15-8 0,-2-1 0,1-2 0,-1-1 0,-40 1 0,-141-4 0,165-4 0,13 1 0,1-2 0,-1-1 0,0-2 0,1-2 0,0-1 0,0-2 0,1-1 0,0-1 0,-40-22 0,49 17 0,1-1 0,0 0 0,2-2 0,-42-45 0,37 36 0,-223-261 0,98 105 0,70 87 0,3-3 0,-111-186 0,91 107 0,-106-263 0,172 352 0,4 0 0,3-2 0,5-1 0,4-1 0,-6-115 0,22 185 0,-1-29 0,5-94 0,-1 133 0,1 1 0,0 0 0,1 0 0,1 0 0,0 0 0,1 1 0,0 0 0,1 0 0,1 0 0,0 0 0,16-20 0,-16 25 0,0 0 0,1 1 0,0 0 0,0 0 0,1 1 0,-1 0 0,1 0 0,1 1 0,-1 0 0,1 1 0,0 0 0,0 1 0,20-5 0,-17 7 0,0-1 0,0 2 0,1-1 0,-1 2 0,0 0 0,0 0 0,0 2 0,0-1 0,0 2 0,22 8 0,-8-1 0,-1 2 0,0 1 0,40 30 0,65 61 0,-63-48 0,-22-16 0,-2 2 0,-1 2 0,-2 2 0,55 83 0,-77-101 0,-2 0 0,0 2 0,12 32 0,-23-47 0,-1-1 0,0 2 0,-1-1 0,-1 0 0,0 1 0,-1 0 0,-1-1 0,-1 20 0,0-32 0,0 0 0,-1-1 0,1 1 0,-1 0 0,0-1 0,0 1 0,0-1 0,-1 1 0,1-1 0,-1 0 0,0 1 0,0-1 0,0 0 0,0 0 0,0 0 0,-1-1 0,1 1 0,-5 3 0,3-4 0,0 1 0,-1-1 0,1 0 0,-1 0 0,0 0 0,0 0 0,1-1 0,-1 0 0,0 0 0,0 0 0,0-1 0,-5 0 0,-7 0 0,1-2 0,-1 0 0,1-1 0,0 0 0,0-1 0,0-1 0,-17-8 0,-15-10 0,0-3 0,2-1 0,0-2 0,3-3 0,0-1 0,2-2 0,-62-68 0,79 73-11,2 0-1,1-1 0,2-1 0,1-1 1,1-1-1,2 0 0,2-1 1,-13-50-1,3-16-631,-18-202 0,20-98-365,36-115-1914,27 53 1440,21 2-1,227-841 0,-174 934 1295,-13 99-565,-76 206 927,3 1 0,2 1 0,63-86 0,-77 123 573,1 1-1,2 0 1,0 2 0,1 0 0,1 1 0,1 1-1,1 2 1,1 0 0,0 2 0,33-14 0,-32 16 368,53-19-389,-74 30-730,0 1 1,0-1-1,0 1 0,0 0 0,0 0 0,0 0 0,0 1 1,0 0-1,0 1 0,9 1 0,-11-1 4,0 1 0,-1-1 0,1 1 0,-1 0 0,0 0 0,0 1 0,0-1 0,0 0 0,0 1 0,0 0 0,-1 0 0,1 0 0,-1 0 0,0 0 0,0 1 0,0-1 0,2 5 0,4 9 0,-2 1 0,7 25 0,-5-18 0,62 211 0,36 105 0,-56-193 0,70 189 0,-14-114 0,-104-220 0,-1-1 0,0 0 0,0 0 0,0 0 0,0-1 0,0 1 0,0 0 0,0-1 0,1 1 0,-1-1 0,1 1 0,-1-1 0,3 2 0,-4-3 0,1 0 0,-1 0 0,1 0 0,-1 0 0,0 0 0,1 0 0,-1 0 0,0 0 0,1 0 0,-1-1 0,1 1 0,-1 0 0,0 0 0,1 0 0,-1 0 0,0 0 0,1-1 0,-1 1 0,0 0 0,0 0 0,1-1 0,-1 1 0,0 0 0,0-1 0,1 1 0,-1 0 0,0-1 0,0 1 0,0 0 0,1-1 0,-1 1 0,0 0 0,0-1 0,0 1 0,0 0 0,0-1 0,2-7 0,0-1 0,-1 1 0,0 0 0,-1-11 0,-1-74 0,2-51 0,0 129 0,1-1 0,1 1 0,1-1 0,0 1 0,1 0 0,0 0 0,9-15 0,0 5 0,1 1 0,2 0 0,0 1 0,25-25 0,90-75 0,-59 62 0,4 4 0,1 3 0,122-62 0,-86 60 0,2 5 0,134-39 0,-191 73 0,1 2 0,1 3 0,0 2 0,0 3 0,0 3 0,79 4 0,-101 2 0,0 3 0,0 1 0,0 1 0,-1 3 0,-1 1 0,1 1 0,-2 2 0,0 2 0,-1 2 0,62 40 0,-81-46 0,-1 1 0,0 1 0,-1 0 0,0 1 0,-1 0 0,-1 1 0,-1 0 0,0 1 0,-1 1 0,-1 0 0,0 0 0,-2 0 0,0 1 0,-1 0 0,-1 1 0,0-1 0,-2 1 0,0 0 0,-2 0 0,0 25 0,-1-38 0,-1 0 0,0 0 0,0 0 0,-1-1 0,0 1 0,0 0 0,0-1 0,-1 1 0,0-1 0,-1 1 0,1-1 0,-1-1 0,0 1 0,0 0 0,-1-1 0,0 0 0,0 0 0,0 0 0,-1-1 0,1 1 0,-1-1 0,-9 4 0,3-2 0,0-1 0,-1 0 0,1-1 0,-1-1 0,0 0 0,1 0 0,-1-1 0,-1-1 0,1 0 0,0-1 0,-16-2 0,26 2 0,0 0 0,0 0 0,0-1 0,0 0 0,0 1 0,0-1 0,0 0 0,0 0 0,0-1 0,0 1 0,1-1 0,-1 1 0,0-1 0,1 0 0,-1 0 0,1 0 0,0 0 0,0 0 0,-4-6 0,4 5 0,0-1 0,1 0 0,0 0 0,-1 1 0,1-1 0,0 0 0,1 0 0,-1 0 0,1 0 0,0-1 0,0 1 0,0 0 0,1-6 0,2-2 0,-1 0 0,2 0 0,-1 1 0,2-1 0,-1 1 0,2 0 0,-1 0 0,2 1 0,9-14 0,0 6 0,0 0 0,1 1 0,1 1 0,1 1 0,0 0 0,1 1 0,25-12 0,-14 10 0,1 2 0,0 2 0,0 1 0,50-10 0,-7 8 0,0 4 0,1 4 0,143 7 0,-184 1 0,0 2 0,-1 0 0,0 3 0,-1 1 0,52 20 0,-34-6 0,-1 1 0,82 55 0,-75-36 0,-2 3 0,-2 2 0,64 77 0,16 13 0,-115-120 0,-1 1 0,-1 0 0,-1 1 0,-1 1 0,0 0 0,13 29 0,-22-37 0,0-1 0,0 1 0,-2 0 0,1 0 0,2 24 0,-6-29 0,1-1 0,-1 1 0,-1 0 0,0 0 0,0-1 0,0 1 0,-1-1 0,0 1 0,0-1 0,-6 13 0,4-14 0,0 0 0,0 0 0,-1-1 0,0 1 0,0-1 0,0 0 0,0-1 0,-1 1 0,1-1 0,-1 0 0,0-1 0,-1 1 0,1-1 0,-10 3 0,9-3 0,0-1 0,-1 0 0,1 0 0,-1 0 0,0-1 0,1 0 0,-1-1 0,0 0 0,0 0 0,1 0 0,-1-1 0,-15-3 0,19 2 0,0 0 0,1 0 0,-1 0 0,0 0 0,1-1 0,0 1 0,-1-1 0,1 0 0,0 0 0,0 0 0,1 0 0,-1-1 0,1 1 0,-1-1 0,1 0 0,0 1 0,1-1 0,-1 0 0,1 0 0,-2-5 0,-1-7 0,0 0 0,2 0 0,0 0 0,0-18 0,3 8 0,0-1 0,2 1 0,1-1 0,2 1 0,0 0 0,1 1 0,2 0 0,1 0 0,0 0 0,2 1 0,1 1 0,20-28 0,6-3 0,2 2 0,3 2 0,89-79 0,-66 71 0,2 4 0,3 3 0,2 3 0,2 3 0,1 4 0,3 3 0,136-45 0,-180 73 0,0 1 0,0 1 0,0 2 0,1 2 0,0 2 0,0 1 0,64 6 0,-89-3 0,0 0 0,0 1 0,0 1 0,-1 0 0,0 0 0,1 1 0,-2 1 0,1 0 0,0 0 0,-1 1 0,-1 0 0,1 1 0,-1 0 0,0 1 0,-1-1 0,12 17 0,4 10 0,-1 2 0,-2 1 0,22 55 0,11 20 0,51 77 0,163 226 0,-212-344 0,-18-24 0,-2 1 0,37 66 0,-67-103 0,-1-1 0,-1 1 0,0 0 0,0 0 0,-1 0 0,-1 1 0,2 18 0,-3-23 0,-1 0 0,0 0 0,-1 1 0,0-1 0,0-1 0,-1 1 0,0 0 0,0 0 0,-1 0 0,0-1 0,0 0 0,-7 12 0,-2-3 0,1 0 0,-2-1 0,0-1 0,-1 0 0,-1-1 0,0-1 0,0 0 0,-1-1 0,-1 0 0,0-2 0,-19 9 0,-25 11 0,31-15 0,24-11 0,10-6 0,84-39 0,142-46 0,-167 69 0,2 3 0,0 3 0,77-6 0,-109 16 0,1 2 0,-1 2 0,0 1 0,0 1 0,0 2 0,51 14 0,-58-11 0,0 2 0,-1 0 0,0 2 0,-1 1 0,0 1 0,-1 1 0,-1 1 0,28 26 0,-15-9 0,-3 2 0,0 1 0,-3 2 0,-1 0 0,37 70 0,84 224 0,52 242 0,-181-498 0,-3 1 0,-3 0 0,-4 1 0,-3 1 0,-6 140 0,-2-206 0,-1-1 0,0 1 0,-1 0 0,0-1 0,-1 1 0,-1-1 0,0 0 0,0-1 0,-1 1 0,-1-1 0,0 0 0,-11 13 0,5-10 0,0 0 0,-1-1 0,-1 0 0,0-1 0,-1-1 0,0 0 0,-30 13 0,7-6 0,-2-2 0,0-2 0,-1-1 0,0-3 0,-1-1 0,-64 5 0,-261-10 0,344-5 0,91 3 0,132 22 0,-146-12 0,0 2 0,-1 3 0,-1 2 0,-1 2 0,-1 3 0,62 39 0,-79-42 0,-1 2 0,-1 1 0,-2 1 0,0 1 0,-1 2 0,-2 1 0,-1 1 0,-1 1 0,34 62 0,-35-47-8,-2 0 0,-3 1-1,-1 1 1,17 84 0,-22-61 42,-3 1 1,-1 122-1,-18-25-305,-7-2 1,-40 168-1,20-158 234,-9-2-1,-7-3 1,-106 233-1,39-169 488,105-209-385,-1 0-1,-2-2 0,-1 0 0,-1-1 1,-1-2-1,-32 27 0,28-30-64,0-2 0,-2 0 0,0-2 0,0-2 0,-2 0 0,1-2 0,-2-1 0,-38 8 0,5-7 0,0-2 0,-130 0 0,-665-13 0,866 8 0,0 0 0,0-1 0,1 0 0,11 3 0,4-1 0,-6-2 0,0 1 0,0 1 0,28 11 0,-39-13 0,-1 0 0,1 1 0,-1-1 0,0 1 0,0 0 0,-1 0 0,1 1 0,-1-1 0,0 1 0,0 0 0,0 0 0,-1 0 0,0 1 0,4 8 0,-2 0 0,0 0 0,-1 0 0,-1 0 0,0 1 0,-1-1 0,-1 1 0,0 0 0,-2 15 0,0 1 0,-3 1 0,-11 52 0,6-56 0,0-1 0,-1-1 0,-2 0 0,0 0 0,-18 25 0,-88 113 0,110-152 0,-100 120 0,86-107 0,-2-2 0,0 0 0,-29 20 0,17-19 0,-1-2 0,0-1 0,-2-2 0,0-2 0,-1-2 0,0-1 0,-45 9 0,26-15 0,1-2 0,-1-3 0,-82-6 0,42 0 0,55 4 0,14-1 0,0 0 0,-54-9 0,74 7 0,1 0 0,0-1 0,0 0 0,0 0 0,0-1 0,1-1 0,-1 1 0,1-1 0,0 0 0,1-1 0,-1 0 0,1 0 0,-7-9 0,-6-8 0,1 0 0,1-2 0,2 0 0,0-1 0,2-1 0,0 0 0,2-1 0,1 0 0,2-1 0,-11-51 0,16 53-195,-1 1 0,-2 0 0,-1 1 0,0-1 0,-2 1 0,-16-30 0,12 33-6631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28.092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2549 24575,'1'-6'0,"-1"1"0,1 0 0,0-1 0,1 1 0,0 0 0,4-11 0,1-3 0,70-177 0,372-776-5376,-147 445 5468,-236 429-69,5 2-1,3 4 1,98-92-1,-133 147 138,2 2 0,2 2 0,1 2 0,1 2 0,82-39 0,-92 53 310,1 1 1,1 1-1,0 2 1,1 2-1,0 1 1,0 2-1,1 2 1,59 1-1,-88 3-470,-1 1 0,1 1 0,0 0 0,-1 0 0,1 1 0,-1 0 0,0 0 0,0 1 0,0 1 0,-1-1 0,1 1 0,-1 1 0,0-1 0,-1 1 0,11 11 0,4 7 0,-1 1 0,0 2 0,19 34 0,-15-24 0,127 224 0,13 17 0,-163-275 0,2 4 0,1 0 0,0-1 0,0 1 0,1-1 0,10 9 0,-15-14 0,0-1 0,1 1 0,-1 0 0,0 0 0,1-1 0,-1 1 0,1 0 0,-1-1 0,1 1 0,-1-1 0,1 0 0,-1 0 0,1 1 0,-1-1 0,1 0 0,-1 0 0,1-1 0,-1 1 0,1 0 0,-1 0 0,1-1 0,-1 1 0,1-1 0,-1 1 0,1-1 0,-1 0 0,0 1 0,1-1 0,-1 0 0,0 0 0,0 0 0,0 0 0,1 0 0,-1 0 0,0 0 0,0 0 0,1-3 0,7-10 0,0-2 0,-1 1 0,-1-1 0,0 0 0,-1 0 0,-1-1 0,3-17 0,0 7 0,15-87 0,-19 88 0,0 0 0,2 0 0,1 1 0,1 0 0,19-42 0,-22 60 0,0 0 0,0 0 0,0 1 0,1 0 0,0 0 0,0 0 0,1 1 0,-1-1 0,1 2 0,0-1 0,1 1 0,-1 0 0,1 0 0,8-2 0,3 0 0,0 0 0,1 1 0,0 1 0,35-2 0,-19 6 0,-1 0 0,1 3 0,-1 1 0,0 1 0,-1 2 0,1 2 0,62 24 0,3 10 0,117 69 0,51 44 0,-194-108 0,101 86 0,-156-119 0,-1 2 0,0 0 0,-1 1 0,-1 1 0,0 0 0,24 43 0,-30-48 0,-6-24 0,1-5 0,-2 10 0,0-1 0,0 1 0,1 0 0,-1 0 0,1 0 0,0 0 0,0 1 0,1-1 0,0 1 0,-1 0 0,1 0 0,1 1 0,-1 0 0,0 0 0,1 0 0,0 0 0,-1 1 0,11-3 0,-7 3 0,1 0 0,-1 0 0,0 1 0,1 1 0,-1-1 0,0 1 0,1 1 0,-1 0 0,0 0 0,1 1 0,16 5 0,10 10 0,0 1 0,-2 2 0,0 2 0,45 36 0,-56-41 0,16 14 0,-2 2 0,57 63 0,53 86 0,-123-151 0,-1 1 0,30 60 0,-46-78 0,0 2 0,-1-1 0,-1 1 0,0 0 0,-1 0 0,-1 0 0,-1 0 0,0 1 0,-1 16 0,-1-27 0,-1 0 0,0 0 0,-1 0 0,1 0 0,-1 0 0,-1-1 0,1 1 0,-1-1 0,-4 8 0,7-12 0,-1 0 0,1 0 0,-1 0 0,0 1 0,0-1 0,1 0 0,-1 0 0,0 0 0,0 0 0,0 0 0,0 0 0,-1 0 0,1-1 0,0 1 0,0 0 0,0-1 0,-1 1 0,1 0 0,0-1 0,-1 0 0,1 1 0,0-1 0,-1 0 0,1 1 0,0-1 0,-1 0 0,1 0 0,-1 0 0,1-1 0,0 1 0,-1 0 0,1 0 0,-1-1 0,1 1 0,0-1 0,0 1 0,-1-1 0,1 1 0,0-1 0,0 0 0,0 0 0,-1 0 0,1 1 0,0-1 0,-1-2 0,-1 0 0,1 0 0,-1-1 0,1 0 0,0 0 0,0 0 0,0 0 0,0 0 0,0 0 0,1 0 0,0 0 0,0-1 0,0 1 0,1 0 0,-1-1 0,1 1 0,0-1 0,0 1 0,1-1 0,-1 1 0,1 0 0,0-1 0,0 1 0,0 0 0,1 0 0,0 0 0,-1 0 0,2 0 0,-1 0 0,0 0 0,4-3 0,9-8 0,1 1 0,0 1 0,1 1 0,0 0 0,1 1 0,0 1 0,1 1 0,0 1 0,30-10 0,0 5 0,-1 1 0,94-10 0,9 10-149,0 8-1,176 16 1,291 73-300,291 158 449,-882-235 112,-1 1 0,-1 1 0,42 23 1,-61-29-88,1 0-1,-1 1 1,0 0 0,0 0 0,0 0 0,-1 0 0,1 1 0,-1 0 0,-1 0 0,1 0 0,-1 1 0,0 0 0,-1 0 0,1 0-1,-1 0 1,-1 0 0,4 13 0,-6-17-25,1 0 0,-1 1 0,0-1 0,0 0 0,0 0 0,-1 0 0,1 0 0,-1 0 0,0 1 0,1-1 0,-1 0 0,0 0 0,-1-1 0,1 1 0,-3 4 0,0-2 0,0 0 0,0 0 0,0-1 0,0 1 0,-1-1 0,0 0 0,-7 5 0,-8 2 0,0 0 0,0-2 0,-29 10 0,43-16 0,-60 18 0,46-16 0,-1 2 0,1 0 0,0 1 0,1 1 0,-1 1 0,-33 23 0,52-33 0,0 1 0,0 0 0,1-1 0,-1 1 0,0 0 0,0-1 0,1 1 0,-1 0 0,0 0 0,1 0 0,-1 0 0,1 0 0,-1 0 0,1 0 0,0 0 0,-1 0 0,1 0 0,0 0 0,-1 0 0,1 0 0,0 1 0,0-1 0,1-1 0,-1 1 0,1 0 0,-1 0 0,0-1 0,1 1 0,-1 0 0,1-1 0,0 1 0,-1 0 0,1-1 0,-1 1 0,1-1 0,0 1 0,0-1 0,-1 1 0,1-1 0,0 0 0,0 1 0,1-1 0,7 3 0,0-1 0,1 0 0,16 2 0,-19-3 0,129 16 0,148 39 0,-222-40 0,-1 3 0,-1 3 0,-1 2 0,97 56 0,-108-50 0,-1 2 0,62 54 0,-87-65 0,-1 1 0,0 1 0,-1 1 0,-2 1 0,-1 0 0,17 33 0,-21-33 0,-2 0 0,0 0 0,-2 1 0,-1 1 0,-1-1 0,3 31 0,-8-41 0,-1 0 0,0 1 0,-1-1 0,-1 0 0,-1 0 0,0 1 0,-1-1 0,-1-1 0,-1 1 0,0 0 0,-12 23 0,-3-3 0,-1 0 0,-2-1 0,-2-2 0,-1 0 0,-2-2 0,-57 51 0,35-41 0,0-3 0,-3-2 0,-102 53 0,120-74 0,0-2 0,-1-1 0,-55 10 0,37-9 0,133-10 0,-56-4 0,-1 2 0,0 0 0,0 1 0,0 1 0,0 1 0,0 1 0,0 0 0,-1 2 0,0 1 0,-1 1 0,0 0 0,0 1 0,28 21 0,-2 5 0,-2 2 0,-2 2 0,47 58 0,103 151 0,-1 22-608,307 582-1,-495-847 613,72 157-30,-62-130 81,-2 0-1,-1 0 1,6 37-1,-15-64 20,0 0-1,0 0 1,-1 1-1,0-1 1,0 0-1,0 1 1,-1-1-1,0 0 1,0 1-1,-1-1 1,0 0-1,0 0 1,0 0-1,-5 7 1,3-7-80,0 0-1,-1 0 1,1-1 0,-1 0-1,0 0 1,-1 0 0,1-1 0,-1 0-1,0 0 1,0 0 0,-1-1 0,-9 4-1,-156 53 7,30-12 0,-61 26 0,157-61 0,0-1 0,-74 8 0,-23-6 0,-242 57 0,366-66 0,-119 37 0,118-34 0,0 0 0,1 1 0,0 1 0,-31 22 0,33-20 0,5-3 0,0 0 0,-20 21 0,29-26 0,-1 1 0,1-1 0,0 1 0,0 0 0,0 0 0,1 0 0,-1 0 0,1 1 0,1-1 0,-1 1 0,0 6 0,-3 30 0,3 1 0,5 76 0,1-28 0,-4-62 0,-3 104 0,1-117 0,-1 1 0,0-1 0,-1 0 0,-1 0 0,-13 31 0,3-18 0,0 0 0,-2-1 0,-2-1 0,-41 47 0,48-61 0,0-1 0,-1 0 0,0-1 0,-1-1 0,0 0 0,-1-1 0,0 0 0,0-2 0,-1 1 0,0-2 0,-18 5 0,-11 1 0,8-2 0,-63 9 0,128-21 0,1 1 0,39 3 0,-57-2 0,-1 2 0,0-1 0,1 1 0,-1 1 0,0 0 0,0 0 0,-1 1 0,1 0 0,-1 1 0,0 0 0,11 8 0,-12-5 0,-1 1 0,0 0 0,0 0 0,-1 0 0,0 1 0,-1 0 0,0 0 0,-1 1 0,0-1 0,0 1 0,2 14 0,12 29 0,-10-33 0,-2-1 0,0 1 0,-1 0 0,-1 1 0,0-1 0,-2 1 0,-1-1 0,-1 1 0,-3 34 0,1-42 0,-1 0 0,1-1 0,-2 1 0,0-1 0,-1 0 0,0 0 0,-1-1 0,0 1 0,-1-1 0,-1-1 0,0 1 0,0-1 0,-1 0 0,0-1 0,-1 0 0,-12 9 0,-20 11 0,-2-2 0,-1-1 0,-1-3 0,-1-1 0,-96 31 0,-256 43 0,322-86 0,-1-3 0,0-3 0,-79-6 0,148 1 0,1-1 0,0 1 0,0 1 0,0 0 0,0 0 0,-9 2 0,14-2 0,1 0 0,0 0 0,0 0 0,-1 0 0,1 0 0,0 0 0,0 1 0,0-1 0,0 1 0,0 0 0,1-1 0,-1 1 0,0 0 0,1 0 0,-1 0 0,1 0 0,0 0 0,0 1 0,-1-1 0,0 5 0,-3 13 0,2 1 0,0-1 0,1 1 0,1 0 0,2 0 0,3 33 0,-1 1 0,-3 3 0,-3-1 0,-3 1 0,-19 89 0,-8 48 0,0 6 0,-15-32 0,20-74 0,18-59 0,1-1 0,-18 44 0,22-67 0,-1-1 0,0 0 0,0 0 0,-1 0 0,-1-1 0,0 0 0,-14 14 0,13-16 0,-1-1 0,0 1 0,0-2 0,-1 1 0,0-1 0,0-1 0,0 0 0,-1-1 0,0 0 0,0 0 0,0-1 0,-21 2 0,-11-2 0,0-2 0,-57-5 0,6 0 0,64 4-1365,3 0-5461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30.12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151 0 24575,'-5'0'0,"-8"0"0,-6 0 0,-6 0 0,-4 0 0,-3 0 0,4 0-8191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34.77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1233 6080 24575,'1813'0'0,"-1808"1"0,0-1 0,1-1 0,-1 1 0,0-1 0,0 0 0,0 0 0,9-4 0,-13 5 0,0-1 0,0 1 0,-1 0 0,1-1 0,0 0 0,-1 1 0,1-1 0,0 1 0,-1-1 0,1 0 0,0 1 0,-1-1 0,1 0 0,-1 0 0,1 1 0,-1-1 0,0 0 0,1 0 0,-1 0 0,0-1 0,0 1 0,0-1 0,0 0 0,0 1 0,0-1 0,-1 0 0,1 1 0,0-1 0,-1 0 0,0 1 0,1-1 0,-1 1 0,0-1 0,0 1 0,0 0 0,-1-2 0,-7-8 0,0 1 0,-1 1 0,0 0 0,-1 0 0,0 1 0,-21-12 0,-30-24 0,52 36 0,0 0 0,0 0 0,-1 1 0,-19-10 0,27 15 0,1 1 0,0 0 0,-1 0 0,0 0 0,1 0 0,-1 0 0,0 1 0,1-1 0,-1 1 0,0 0 0,0-1 0,1 1 0,-1 1 0,0-1 0,0 0 0,1 1 0,-1-1 0,0 1 0,0 0 0,1 0 0,-1 0 0,1 0 0,-1 0 0,1 1 0,0-1 0,-1 1 0,1-1 0,-2 3 0,3-3 0,0 0 0,0 0 0,0 0 0,0 0 0,0 1 0,1-1 0,-1 0 0,0 1 0,1-1 0,-1 0 0,1 1 0,-1-1 0,1 0 0,0 1 0,-1-1 0,1 1 0,0-1 0,0 1 0,0-1 0,0 1 0,1 2 0,0-2 0,0 1 0,0 0 0,0-1 0,0 1 0,1-1 0,-1 0 0,1 1 0,0-1 0,0 0 0,3 3 0,1 1 0,1-1 0,-1 0 0,1 0 0,0-1 0,1 0 0,12 6 0,-9-6 0,1-1 0,-1 0 0,1-1 0,0 0 0,-1-1 0,1 0 0,0-1 0,0 0 0,0 0 0,-1-2 0,1 0 0,0 0 0,-1-1 0,1 0 0,-1-1 0,0 0 0,14-8 0,2-3 0,-1-2 0,0-2 0,-1 0 0,-1-1 0,29-32 0,11-13 0,-2-3 0,65-93 0,-100 122 0,-3-1 0,33-72 0,-47 88 0,-2 0 0,0 0 0,-2-1 0,-1 0 0,0 0 0,1-42 0,-6 53 0,1-8 0,-1-1 0,-1 1 0,0 0 0,-8-33 0,8 50 0,0 0 0,-1 0 0,0 0 0,0 0 0,0 0 0,0 1 0,-1-1 0,0 1 0,0-1 0,0 1 0,0 0 0,-1 0 0,1 1 0,-1-1 0,0 1 0,0 0 0,0 0 0,-1 0 0,1 0 0,-1 1 0,1 0 0,-1-1 0,0 2 0,0-1 0,-6-1 0,2 2 0,0-1 0,0 2 0,0-1 0,0 1 0,-1 0 0,-8 2 0,16-2 0,0 0 0,1 0 0,-1 1 0,0-1 0,1 0 0,-1 1 0,0-1 0,1 1 0,-1-1 0,1 1 0,-1 0 0,1 0 0,-1 0 0,1-1 0,0 1 0,-1 1 0,1-1 0,0 0 0,0 0 0,0 0 0,0 1 0,0-1 0,0 0 0,0 1 0,0-1 0,1 1 0,-1-1 0,0 1 0,1 0 0,-1-1 0,1 1 0,0-1 0,0 1 0,-1 0 0,1-1 0,0 1 0,0 0 0,1-1 0,-1 1 0,1 3 0,0-3 0,0 1 0,0 0 0,1-1 0,-1 1 0,1-1 0,0 1 0,-1-1 0,1 0 0,0 0 0,0 1 0,1-2 0,-1 1 0,0 0 0,1 0 0,-1-1 0,1 1 0,-1-1 0,1 0 0,0 0 0,0 0 0,-1 0 0,1 0 0,6 0 0,7 2 0,0-1 0,32 1 0,-42-3 0,25-1 0,1-1 0,0-2 0,-1-1 0,50-14 0,118-50 0,-198 69 0,63-28 0,99-60 0,-89 46 0,-18 7 0,-2-2 0,85-77 0,-88 71 0,-45 38 0,-1 0 0,0 0 0,0 0 0,0-1 0,-1 0 0,0 0 0,0 0 0,0 0 0,-1-1 0,0 1 0,0-1 0,-1 0 0,3-12 0,-2-2 0,-1 1 0,0-1 0,-4-31 0,2 50 0,0-53 0,1 34 0,-1 1 0,-1-1 0,0 0 0,-2 1 0,0 0 0,-2-1 0,-7-21 0,-4 4 0,-37-64 0,44 89 0,0 0 0,-1 1 0,0 0 0,-1 0 0,0 1 0,0 1 0,-27-18 0,24 18 0,0 1 0,-1 1 0,0 1 0,0 0 0,0 1 0,-1 0 0,0 2 0,0 0 0,-1 0 0,1 2 0,-1 0 0,-20 0 0,35 2 0,-1 0 0,1 0 0,0 1 0,-1-1 0,1 1 0,-1-1 0,1 1 0,0 0 0,0 0 0,-1 0 0,1 0 0,0 0 0,0 1 0,0-1 0,0 1 0,0-1 0,1 1 0,-1 0 0,0 0 0,1-1 0,-1 1 0,1 0 0,-1 0 0,0 3 0,2-3 0,-1 0 0,1 0 0,0-1 0,-1 1 0,1 0 0,0 0 0,0 0 0,1 0 0,-1-1 0,0 1 0,1 0 0,-1 0 0,1 0 0,-1-1 0,1 1 0,0 0 0,0-1 0,0 1 0,0-1 0,0 1 0,0-1 0,0 1 0,0-1 0,0 0 0,1 1 0,-1-1 0,1 0 0,-1 0 0,1 0 0,-1 0 0,1 0 0,2 0 0,4 3 0,1 0 0,0-1 0,0 0 0,0 0 0,0-1 0,0 0 0,18 0 0,70-2 0,-53-2 0,18 0 0,1-3 0,0-2 0,-1-3 0,-1-3 0,67-22 0,-31 2 0,108-51 0,-152 57 0,-1-2 0,-1-2 0,68-54 0,80-90 0,-170 145 0,0-1 0,-2-1 0,-2-2 0,27-46 0,-45 67 0,-1-1 0,-1 0 0,0 0 0,-1 0 0,0-1 0,-1 0 0,-1 1 0,0-26 0,-1 12 0,-2 1 0,-1-1 0,-11-48 0,0 32 0,-1 1 0,-36-70 0,26 59 0,-30-57 0,-130-200 0,176 300 0,0 1 0,-1 0 0,0 0 0,0 1 0,-1 0 0,0 0 0,-1 1 0,0 1 0,0 0 0,-1 1 0,1 0 0,-1 0 0,-19-5 0,14 6 0,0 1 0,0 1 0,0 0 0,-1 1 0,1 1 0,-1 1 0,1 0 0,-1 1 0,-28 6 0,37-5 0,-15 3 0,-43 14 0,61-17 0,0 1 0,1-1 0,-1 1 0,0 1 0,1-1 0,0 1 0,0-1 0,0 2 0,0-1 0,0 0 0,1 1 0,-5 6 0,9-10 0,-1-1 0,0 1 0,1 0 0,-1 0 0,1-1 0,0 1 0,-1 0 0,1 0 0,0 0 0,-1 0 0,1 0 0,0 0 0,0-1 0,0 1 0,0 0 0,0 0 0,0 0 0,0 0 0,0 0 0,0 0 0,0 0 0,0 0 0,0 0 0,1-1 0,-1 1 0,0 0 0,1 0 0,-1 0 0,1 0 0,-1-1 0,1 1 0,-1 0 0,1-1 0,0 1 0,-1 0 0,1-1 0,0 1 0,-1-1 0,1 1 0,0-1 0,0 1 0,0-1 0,-1 1 0,1-1 0,0 0 0,0 1 0,0-1 0,0 0 0,0 0 0,0 0 0,1 0 0,4 2 0,-1-1 0,1-1 0,-1 1 0,1-1 0,0 0 0,-1 0 0,9-2 0,8-5 0,0 0 0,0-2 0,-1-1 0,0 0 0,-1-1 0,0-2 0,-1 0 0,-1 0 0,0-2 0,0-1 0,-2 0 0,16-19 0,-21 20 0,0-1 0,-1 0 0,-1 0 0,-1-1 0,0-1 0,-1 1 0,-1-1 0,-1 0 0,0 0 0,-2-1 0,0 1 0,1-29 0,-4 40 0,0 0 0,0 0 0,-1 0 0,0 0 0,-1 0 0,1 0 0,-1 1 0,0-1 0,-1 0 0,0 1 0,0 0 0,0-1 0,0 1 0,-1 1 0,0-1 0,-1 0 0,-6-6 0,-5-2 0,-2-1 0,1 2 0,-2 0 0,-20-10 0,-2-2 0,-5-2 0,-2 1 0,-1 3 0,-81-27 0,-165-27 0,186 58 0,-1 6 0,-1 4 0,1 5 0,-139 13 0,203-5 0,0 2 0,-73 19 0,91-16 0,0 0 0,1 2 0,0 1 0,1 2 0,-30 19 0,45-25 0,1-1 0,0 2 0,0 0 0,-10 11 0,17-17 0,0 0 0,1 0 0,-1 1 0,1-1 0,0 1 0,0-1 0,0 1 0,1 0 0,-1-1 0,1 1 0,0 0 0,0 0 0,0 0 0,0 0 0,1 0 0,0 0 0,0 5 0,0-9 0,0 0 0,0 1 0,-1-1 0,1 0 0,0 1 0,0-1 0,0 0 0,0 1 0,0-1 0,0 1 0,0-1 0,0 0 0,0 1 0,0-1 0,0 0 0,1 1 0,-1-1 0,0 0 0,0 1 0,0-1 0,0 0 0,0 0 0,1 1 0,-1-1 0,0 0 0,0 1 0,1-1 0,-1 0 0,0 0 0,0 0 0,1 1 0,-1-1 0,0 0 0,1 0 0,-1 0 0,0 1 0,1-1 0,-1 0 0,0 0 0,1 0 0,-1 0 0,0 0 0,1 0 0,-1 0 0,0 0 0,1 0 0,-1 0 0,0 0 0,1 0 0,-1 0 0,0 0 0,1 0 0,-1 0 0,0-1 0,1 1 0,-1 0 0,0 0 0,1 0 0,-1 0 0,0-1 0,0 1 0,1 0 0,-1-1 0,15-21 0,-9 6 0,-1-1 0,-1 0 0,0-1 0,-1 1 0,-1-1 0,-1 1 0,0-1 0,-4-29 0,0 23 0,-1 1 0,-1-1 0,-1 1 0,-1 0 0,-19-42 0,13 40 0,-1 1 0,-1 1 0,-23-28 0,-61-59 0,39 50 0,-3 2 0,-87-61 0,-154-81 0,253 169 0,-2 2 0,-1 2 0,0 2 0,-2 3 0,-1 2 0,-77-15 0,23 16 0,-1 6 0,0 4 0,-176 10 0,269 1 0,-1 1 0,1 0 0,-1 2 0,1 0 0,1 1 0,-1 1 0,1 1 0,0 0 0,-27 18 0,18-8 0,1 2 0,1 0 0,0 2 0,2 1 0,-21 26 0,22-23 0,1 1 0,2 1 0,-22 42 0,41-70 0,-1 0 0,1 0 0,0 0 0,0 0 0,0 0 0,0-1 0,0 1 0,0 0 0,0 0 0,0 0 0,0 0 0,0 0 0,0 0 0,0 0 0,0 0 0,0 0 0,0 0 0,0 0 0,0 0 0,0 0 0,0 0 0,0 0 0,-1-1 0,1 1 0,0 0 0,0 0 0,0 0 0,0 0 0,0 0 0,0 0 0,0 0 0,0 0 0,0 0 0,0 0 0,-1 0 0,1 0 0,0 0 0,0 0 0,0 0 0,0 0 0,0 0 0,0 0 0,0 0 0,0 1 0,0-1 0,0 0 0,0 0 0,-1 0 0,1 0 0,0 0 0,0 0 0,0 0 0,0 0 0,0 0 0,0 0 0,0 0 0,0 0 0,0 0 0,0 0 0,0 0 0,0 1 0,0-1 0,-2-14 0,1-17 0,1 10 0,-1 1 0,-1 0 0,-1 0 0,-1 1 0,0-1 0,-2 1 0,0-1 0,-1 1 0,-1 1 0,-1 0 0,0 0 0,-14-18 0,13 21 0,-1 0 0,-1 1 0,0 1 0,0 0 0,-2 1 0,0 0 0,0 1 0,-1 0 0,0 1 0,-1 1 0,0 1 0,0 0 0,-30-9 0,19 9 0,0 2 0,0 1 0,-1 2 0,1 0 0,-1 2 0,0 1 0,0 1 0,1 1 0,-1 2 0,1 0 0,0 2 0,-43 15 0,37-9 0,1 1 0,0 2 0,1 1 0,0 1 0,2 1 0,-44 36 0,31-19 0,26-23 0,2 0 0,-1 1 0,-22 27 0,8-4-1365,15-22-5461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20.31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2120 1448 24575,'-11'0'0,"0"-1"0,0-1 0,0 0 0,0 0 0,1-1 0,-1 0 0,-10-5 0,-67-38 0,81 42 0,-10-7 0,1-1 0,0 0 0,1-2 0,-24-26 0,34 33 0,1 1 0,0-1 0,1 0 0,-1 0 0,1 0 0,1-1 0,-1 1 0,1-1 0,1 1 0,-1-1 0,2 0 0,-1-14 0,0 1 0,2 0 0,1 0 0,6-33 0,-5 42 0,0 1 0,1 0 0,0 0 0,1 0 0,0 0 0,0 1 0,8-10 0,-10 15 0,1 0 0,-1 0 0,1 1 0,1 0 0,-1-1 0,0 1 0,1 1 0,0-1 0,0 1 0,0 0 0,0 0 0,1 0 0,-1 1 0,1 0 0,7-2 0,-12 4 0,-1-1 0,1 1 0,0 0 0,0-1 0,0 1 0,-1 0 0,1 0 0,0 0 0,0 0 0,0 0 0,0 0 0,0 0 0,-1 0 0,1 0 0,0 0 0,0 0 0,0 0 0,0 1 0,-1-1 0,1 0 0,0 1 0,0-1 0,-1 0 0,1 1 0,0-1 0,0 1 0,-1 0 0,2 0 0,-2 0 0,0 1 0,0-1 0,0 0 0,0 0 0,0 0 0,0 1 0,0-1 0,-1 0 0,1 0 0,0 1 0,-1-1 0,1 0 0,-1 0 0,1 0 0,-1 0 0,-1 2 0,-3 5 0,-1 0 0,0 0 0,-13 12 0,6-9 0,-1-2 0,1 0 0,-2 0 0,1-1 0,-25 9 0,-84 24 0,94-33 0,-39 11 0,-2-4 0,0-2 0,-80 3 0,-214-8 0,341-9 0,-1 0 0,1-2 0,0 0 0,0-2 0,0 0 0,0-2 0,1 0 0,0-2 0,0 0 0,1-1 0,0-2 0,1 0 0,1-1 0,-26-21 0,21 12 0,10 11 0,0 0 0,1-1 0,1-1 0,0 0 0,0-1 0,2 0 0,-1-1 0,-13-28 0,14 16 0,1-1 0,1 0 0,2 0 0,1-1 0,-3-42 0,9-148 0,2 97 0,-2 60 0,-2-88 0,0 147 0,1 0 0,-1 0 0,1-1 0,-1 1 0,0 0 0,0 0 0,0 0 0,-1 0 0,1 0 0,-1 0 0,1 1 0,-1-1 0,0 0 0,0 1 0,0-1 0,-1 1 0,1 0 0,-1 0 0,1 0 0,-1 0 0,1 0 0,-1 0 0,0 1 0,0 0 0,0-1 0,0 1 0,0 0 0,0 0 0,-1 0 0,-4 0 0,-11-1 0,1 1 0,0 0 0,-1 1 0,-25 4 0,6 0 0,12-3-114,-38 1 357,60-2-358,0 0 0,0-1 0,0 0 0,0 0 0,0 0 0,0 0 1,0 0-1,0-1 0,0 0 0,0 0 0,1 0 0,-4-3 0,-7-8-6711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23.109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3897 2011 24575,'-592'12'0,"590"-12"0,-307 14 0,209-14 0,-109-13 0,186 10 0,1-1 0,-1-1 0,0-1 0,1-1 0,0 0 0,1-2 0,-34-18 0,42 18 0,-1 0 0,1 0 0,1-2 0,0 1 0,0-2 0,1 0 0,1 0 0,0 0 0,0-2 0,1 1 0,-12-27 0,7 7 0,2 0 0,1 0 0,2-1 0,1-1 0,1 1 0,-1-43 0,6-215 0,4 144 0,-1 143 0,-1-1 0,-1 0 0,1 1 0,-1-1 0,0 1 0,0-1 0,-1 1 0,1-1 0,-4-6 0,3 9 0,0 1 0,0-1 0,0 1 0,0 0 0,0 0 0,0 0 0,0 0 0,-1 0 0,1 0 0,-1 0 0,1 1 0,-1 0 0,1-1 0,-1 1 0,0 0 0,0 0 0,0 0 0,0 1 0,-5-2 0,-32-1 0,0 0 0,-74 7 0,25 0 0,-33-2 0,-491-4 0,524-3 0,-137-25 0,190 22 0,-1-1 0,1-2 0,1-2 0,0-1 0,1-1 0,0-3 0,2 0 0,0-2 0,1-1 0,-48-43 0,75 58 0,-1 0 0,1 1 0,0-1 0,0-1 0,0 1 0,1 0 0,0-1 0,0 0 0,1 0 0,0 0 0,-1-7 0,-13-34 0,14 44 0,-1 0 0,1 1 0,-1-1 0,0 1 0,0-1 0,0 1 0,-1 0 0,1 0 0,-1 0 0,1 1 0,-1-1 0,-5-2 0,-56-23 0,42 18 0,2 1 0,0 0 0,1-2 0,0-1 0,1 0 0,1-1 0,-29-26 0,39 31 0,0-1 0,1 1 0,0-1 0,1-1 0,-1 1 0,2-1 0,-1 0 0,2-1 0,-1 1 0,1-1 0,1 0 0,0 0 0,0 0 0,1 0 0,0-14 0,0-26 0,9-91 0,-1 115-1365,1 7-5461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38.54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1 897 24575,'17'-11'0,"2"2"0,-1 0 0,30-9 0,8-4 0,40-25 0,158-105 0,-242 144 0,-1 0 0,-1-1 0,1 0 0,-1 0 0,13-17 0,-21 23 0,0 1 0,0-1 0,0 0 0,0 0 0,0 0 0,-1 0 0,1 0 0,-1 0 0,0 0 0,0-1 0,0 1 0,0 0 0,0-1 0,-1 1 0,0-1 0,0 1 0,0-1 0,0 1 0,0-1 0,-1 1 0,1 0 0,-1-1 0,0 1 0,0 0 0,0-1 0,0 1 0,-3-3 0,-1-2 0,0 0 0,0 0 0,-1 0 0,-1 1 0,1 0 0,-9-7 0,13 12 0,0 1 0,0 0 0,0-1 0,0 1 0,0 0 0,0 0 0,-1 0 0,1 0 0,0 1 0,0-1 0,-1 1 0,1-1 0,0 1 0,-1 0 0,1 0 0,-1 0 0,1 0 0,0 0 0,-1 0 0,1 1 0,0-1 0,-1 1 0,1 0 0,0-1 0,0 1 0,0 0 0,-1 0 0,1 1 0,0-1 0,-2 2 0,2-1 0,0-1 0,0 1 0,0 0 0,0-1 0,0 1 0,0 0 0,1 0 0,-1 0 0,1 1 0,-1-1 0,1 0 0,0 0 0,0 1 0,0-1 0,0 1 0,0 2 0,1-3 0,0-1 0,0 1 0,0-1 0,1 0 0,-1 1 0,0-1 0,1 0 0,-1 0 0,1 1 0,0-1 0,-1 0 0,1 0 0,0 0 0,0 1 0,-1-1 0,1 0 0,0 0 0,0-1 0,0 1 0,0 0 0,1 0 0,-1 0 0,0-1 0,0 1 0,0 0 0,1-1 0,-1 1 0,0-1 0,1 0 0,-1 1 0,0-1 0,1 0 0,1 0 0,10 3 0,0 0 0,0-1 0,1-1 0,-1 0 0,1-1 0,-1 0 0,1-1 0,-1-1 0,0 0 0,1-1 0,-1 0 0,0-1 0,-1 0 0,1-1 0,-1-1 0,0 0 0,17-11 0,10-11 0,38-32 0,55-68 0,-116 113 4,1 2-1,32-21 0,-28 20 21,34-28 0,-50 37-154,0 0 1,0 0 0,0 0-1,-1-1 1,0 1 0,0-1-1,0 0 1,-1-1 0,0 1-1,4-12 1,-2-5-6697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48.76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22 6430 24575,'0'0'0,"-1"0"0,0-1 0,0 1 0,0 0 0,0 0 0,0-1 0,0 1 0,0 0 0,0-1 0,0 1 0,1-1 0,-1 1 0,0-1 0,0 1 0,0-1 0,1 0 0,-1 1 0,0-1 0,1 0 0,-1 0 0,1 0 0,-1 1 0,1-1 0,-1 0 0,1 0 0,0 0 0,-1 0 0,1 0 0,0 0 0,0 0 0,-1 0 0,1 0 0,0-1 0,0 0 0,0 0 0,0 1 0,0-1 0,0 0 0,0 0 0,1 1 0,-1-1 0,0 0 0,1 1 0,-1-1 0,1 1 0,0-1 0,-1 1 0,1-1 0,0 1 0,0-1 0,0 1 0,0 0 0,3-3 0,4-1 0,0 0 0,1 1 0,0 0 0,0 1 0,0 0 0,0 0 0,1 1 0,-1 0 0,12-1 0,90-2 0,-34 8 0,140 25 0,26 3 0,443-26 0,-370-8 0,-196 4 0,127-3 0,-233 1 0,-1 0 0,1-1 0,0 0 0,-1-1 0,0 0 0,0-2 0,0 1 0,0-2 0,0 1 0,-1-2 0,0 0 0,-1 0 0,1-1 0,-1 0 0,-1-1 0,0 0 0,0-1 0,15-19 0,-7 3 0,0 0 0,-2-1 0,21-50 0,23-92 0,-59 168 0,-1 0 0,0-1 0,1 1 0,-1 0 0,1-1 0,-1 1 0,1 0 0,0-1 0,0 1 0,-1 0 0,1 0 0,0 0 0,0 0 0,0 0 0,0 0 0,0 0 0,0 0 0,1 0 0,-1 1 0,0-1 0,0 0 0,1 1 0,-1-1 0,0 1 0,3-2 0,-1 2 0,0 1 0,-1-1 0,1 0 0,0 1 0,0-1 0,-1 1 0,1 0 0,0-1 0,-1 1 0,1 1 0,-1-1 0,4 2 0,7 6 0,-1 0 0,0 1 0,18 18 0,-24-22 0,1 0 0,0 0 0,0 0 0,0-1 0,1-1 0,-1 1 0,1-1 0,1 0 0,-1-1 0,0 0 0,1 0 0,16 2 0,-11-3 0,-1-1 0,0-1 0,1 0 0,-1-1 0,0 0 0,0-1 0,0-1 0,13-4 0,2-2 0,-1-2 0,-1-1 0,0-1 0,0-1 0,-1-2 0,-1 0 0,30-27 0,-23 15 0,-2-2 0,0-1 0,-2-1 0,-2-2 0,-1 0 0,-1-2 0,-3 0 0,0-2 0,16-46 0,-28 60 0,-2 0 0,-1 0 0,0 0 0,1-46 0,-9-99 0,-1 108 0,7-81 0,-3 140 0,0-1 0,1 0 0,-1 0 0,1 0 0,-1 0 0,1 0 0,0 1 0,0-1 0,1 0 0,-1 1 0,0-1 0,1 1 0,0-1 0,0 1 0,-1 0 0,1-1 0,0 1 0,1 0 0,2-2 0,-2 2 0,1 0 0,0 1 0,0-1 0,0 1 0,0-1 0,0 1 0,0 0 0,1 1 0,-1-1 0,0 1 0,8 0 0,9 2 0,0 1 0,0 1 0,-1 1 0,27 10 0,-33-11 0,17 6 0,1-1 0,0-2 0,0-1 0,0-2 0,1-1 0,-1-2 0,1-1 0,0-1 0,-1-2 0,1-1 0,35-10 0,21-12 0,153-68 0,-195 71 0,-1-2 0,-2-3 0,0 0 0,71-64 0,-46 29 0,-3-3 0,115-149 0,-158 183 0,-1-2 0,-2 0 0,-2-1 0,-1-1 0,-1-1 0,-3 0 0,-1-1 0,-1-1 0,9-71 0,-14 48 0,-4-84 0,-3 117 0,-2 0 0,-1 0 0,-1 1 0,-1-1 0,-12-32 0,14 50 0,-1 1 0,0-1 0,-1 1 0,0 0 0,-1 0 0,1 0 0,-2 1 0,-16-16 0,18 20 0,0 0 0,0 0 0,-1 0 0,0 1 0,0 0 0,0 1 0,-1-1 0,1 1 0,-1 1 0,0 0 0,1 0 0,-1 0 0,-11 0 0,25 2 0,5 1 0,0 0 0,0-1 0,1 0 0,-1-1 0,0 0 0,0 0 0,1-2 0,-1 1 0,10-5 0,22-11 0,-31 14 0,0-1 0,-1 0 0,1-1 0,-1 0 0,0-1 0,-1 0 0,0 0 0,14-14 0,17-27 0,-2-2 0,-2-1 0,-2-3 0,29-59 0,-15 10 0,49-147 0,-76 181 0,-3 0 0,-3-1 0,-3-1 0,-4 0 0,-2 0 0,-3-1 0,-4 0 0,-9-74 0,7 134 0,0 0 0,-2 1 0,1-1 0,-1 1 0,-1 0 0,0 0 0,-1 1 0,-12-19 0,2 7 0,-1 0 0,-33-31 0,47 51 0,1-1 0,0 0 0,-1 1 0,1-1 0,0 0 0,1 0 0,-4-6 0,5 8 0,0 1 0,0 0 0,0 0 0,0-1 0,-1 1 0,1 0 0,0-1 0,0 1 0,0 0 0,0 0 0,0-1 0,0 1 0,0 0 0,0-1 0,0 1 0,0 0 0,0 0 0,1-1 0,-1 1 0,0 0 0,0 0 0,0-1 0,0 1 0,0 0 0,0 0 0,1-1 0,-1 1 0,0 0 0,0 0 0,0 0 0,1-1 0,-1 1 0,0 0 0,18 3 0,31 20 0,-39-17 0,1 0 0,0-1 0,0 0 0,0-1 0,16 4 0,-15-6 0,0 0 0,1-1 0,-1 0 0,1-1 0,-1 0 0,1-1 0,-1-1 0,0 0 0,16-4 0,-21 4 0,0-1 0,0 0 0,0 0 0,0-1 0,-1 0 0,1 0 0,-1 0 0,0-1 0,0 0 0,-1 0 0,1-1 0,-1 1 0,-1-1 0,1 0 0,-1-1 0,6-10 0,4-13 0,-1 0 0,-1 0 0,-2-1 0,-2-1 0,0 0 0,-2 0 0,2-37 0,-6 26 0,-2 0 0,-2 0 0,-2 1 0,-17-84 0,13 91 0,-1-7 0,0 1 0,-3 0 0,-2 1 0,-1 1 0,-23-43 0,-59-89 0,38 81 0,-4 2 0,-97-103 0,151 180-151,-1 1-1,0 0 0,0 1 0,-1 0 1,0 0-1,-1 1 0,1 1 1,-22-10-1,12 10-6674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16:53.117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2258 4351 24575,'-1053'0'0,"1006"0"0,0-3 0,-48-8 0,70 6 0,1 0 0,1-2 0,-1-1 0,1 0 0,-36-20 0,31 12 0,0 0 0,1-2 0,-34-29 0,54 41 0,0-1 0,1 0 0,-1 0 0,1 0 0,1-1 0,-1 0 0,1 0 0,1-1 0,0 1 0,0-1 0,0 0 0,1 0 0,1 0 0,-1 0 0,-1-19 0,4 24 0,0-1 0,0 1 0,1-1 0,-1 1 0,1-1 0,0 1 0,0 0 0,1-1 0,-1 1 0,1 0 0,0 0 0,0 0 0,0 0 0,1 1 0,3-6 0,4-1 0,-1 0 0,2 0 0,15-11 0,-21 18 0,-5 3 0,0-1 0,0 1 0,0 0 0,0 0 0,1 0 0,-1 0 0,0 0 0,0 0 0,0 0 0,0 0 0,0 0 0,0 0 0,0 0 0,1 0 0,-1 0 0,0 0 0,0 0 0,0-1 0,0 1 0,0 0 0,0 0 0,0 0 0,0 0 0,0 0 0,1 0 0,-1 0 0,0-1 0,0 1 0,0 0 0,0 0 0,0 0 0,0 0 0,0 0 0,0 0 0,0-1 0,0 1 0,0 0 0,0 0 0,0 0 0,0 0 0,0 0 0,0-1 0,0 1 0,0 0 0,-1 0 0,1 0 0,0 0 0,0 0 0,0 0 0,0 0 0,0-1 0,0 1 0,0 0 0,0 0 0,0 0 0,0 0 0,-1 0 0,1 0 0,-12-1 0,-18 5 0,20 0 0,0 1 0,1 1 0,-1-1 0,1 1 0,0 1 0,-15 13 0,15-11 0,0-1 0,-1 0 0,0-1 0,-1-1 0,-14 8 0,8-8 0,0 0 0,0-1 0,0-2 0,-1 1 0,-31 0 0,-91-5 0,77-2 0,55 3 0,-1 0 0,1-1 0,0-1 0,-1 1 0,1-1 0,0 0 0,0-1 0,0 0 0,1 0 0,-1-1 0,-12-8 0,15 9 0,1-1 0,-1 0 0,1 0 0,0-1 0,0 1 0,1-1 0,-1 0 0,1 0 0,0 0 0,1 0 0,-1 0 0,1-1 0,0 1 0,0-1 0,1 0 0,-1 1 0,0-10 0,0-11 0,1 0 0,1-1 0,1 1 0,8-45 0,32-99 0,-10 53 0,164-501 0,-182 582 0,20-44 0,5 1 0,3 1 0,3 3 0,63-84 0,-84 129 0,0 0 0,2 1 0,1 1 0,39-31 0,-48 46 0,0 0 0,0 1 0,2 2 0,-1-1 0,1 2 0,1 1 0,0 0 0,0 1 0,23-4 0,-143-30 0,71 30 0,21 9 0,0-1 0,1 0 0,-1 0 0,1-1 0,-8-5 0,12 7 0,1-1 0,-1 1 0,1-1 0,-1 1 0,1-1 0,0 0 0,0 0 0,0 0 0,1 0 0,-1 0 0,1-1 0,-1 1 0,1 0 0,0-1 0,0-5 0,-1-2 0,1 1 0,1 0 0,0-1 0,0 1 0,1 0 0,1-1 0,-1 1 0,2 0 0,-1 0 0,2 0 0,4-12 0,8-11 0,36-58 0,-34 62 0,13-19 0,74-87 0,53-33 0,-120 130 0,7-10 0,2 2 0,1 3 0,85-58 0,-103 75 0,-27 22 0,1 1 0,-1-1 0,1 1 0,0 0 0,0 0 0,0 0 0,1 0 0,-1 1 0,9-4 0,-12 6 0,1 0 0,-1 0 0,0 0 0,1 0 0,-1 1 0,0-1 0,1 0 0,-1 1 0,0-1 0,0 0 0,1 1 0,-1 0 0,0-1 0,0 1 0,2 1 0,-2-1 0,0 0 0,0-1 0,0 1 0,0-1 0,0 1 0,0 0 0,0-1 0,0 0 0,0 1 0,0-1 0,0 0 0,1 1 0,-1-1 0,0 0 0,0 0 0,0 0 0,0 0 0,1 0 0,-1 0 0,0-1 0,0 1 0,0 0 0,0 0 0,1-1 0,-1 1 0,1-1 0,9-7 0,-1 0 0,0-1 0,-1 0 0,1 0 0,-2-1 0,0 0 0,9-13 0,6-6 0,90-96 0,257-218 0,-298 287 0,2 3 0,3 3 0,1 4 0,106-46 0,-154 80 0,1 1 0,0 1 0,1 2 0,0 1 0,1 1 0,-1 2 0,1 1 0,0 2 0,0 1 0,50 7 0,-73-5 0,-1 0 0,0 0 0,0 1 0,0 1 0,0-1 0,0 1 0,-1 1 0,0 0 0,11 7 0,-15-9 0,0-1 0,0 1 0,-1 1 0,1-1 0,-1 0 0,1 1 0,-1 0 0,0 0 0,-1 0 0,1 0 0,-1 0 0,0 0 0,0 1 0,0-1 0,0 1 0,-1-1 0,1 1 0,-1 0 0,0 7 0,-1-12 0,0 0 0,0 0 1,0 0-1,0 0 0,-1-1 0,1 1 0,0 0 0,0 0 0,0 0 0,0 0 0,-1-1 1,1 1-1,0 0 0,0 0 0,0 0 0,-1 0 0,1 0 0,0 0 0,0 0 0,-1 0 1,1 0-1,0 0 0,0 0 0,0 0 0,-1 0 0,1 0 0,0 0 0,0 0 0,-1 0 1,1 0-1,0 0 0,0 0 0,0 0 0,-1 0 0,1 0 0,0 0 0,0 1 0,0-1 1,-1 0-1,1 0 0,0 0 0,0 0 0,0 0 0,0 1 0,-1-1 0,1 0 0,0 0 1,0 0-1,0 1 0,0-1 0,0 0 0,0 0 0,0 0 0,0 1 0,0-1 0,-1 0 0,1 0 1,0 1-1,0-1 0,0 0 0,0 0 0,0 0 0,0 1 0,1-1 0,-1 0 0,0 0 1,0 1-1,-18-23-2,5 7-1369,-3 2-5455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38:40.5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270 156 24565,'0'0'0,"0"-1"0,0 0 0,0-1 0,0 0 0,0-2 0,0 1 0,0-1 0,-1-1 0,0 0 0,0 0 0,-1-1 0,0-1 0,-1 1 0,0 0 0,0-2 0,-1 1 0,-1 0 0,0 0 0,0 0 0,-1 0 0,0 0 0,-1 0 0,-1 1 0,1 0 0,-2 1 0,1 0 0,-1 0 0,0 1 0,0 0 0,-1 2 0,1-1 0,-1 2 0,1 0 0,-1 1 0,0 1 0,1 0 0,0 2 0,0 0 0,1 1 0,0 1 0,0 1 0,1 1 0,0 0 0,0 1 0,2 1 0,0 0 0,0 2 0,2-1 0,-1 2 0,2 0 0,1 0 0,0 2 0,0-1 0,2 1 0,0 0 0,1 0 0,0 0 0,2 1 0,-1-1 0,2 1 0,-1-1 0,2 1 0,-1-1 0,1 0 0,1 0 0,-1 0 0,1-1 0,1 0 0,-1 0 0,0-1 0,0 0 0,1-1 0,-1-1 0,0 1 0,0-1 0,0-1 0,-1-1 0,0 1 0,0-2 0,-1 0 0,0 0 0,0-2 0,-1 1 0,1-1 0,-2-1 0,0 1 0,0-2 0,-1 0 0,0 0 0,0 0 0,-1-1 0,0 0 0,-1-1 0,1 1 0,-1-1 0,0-1 0,1 1 0,-1-1 0,0 0 0,0-1 0,1 0 0,0 0 0,0 0 0,1 0 0,0 0 0,1-1 0,0 0 0,0 0 0,1 0 0,1 0 0,0-1 0,1 1 0,0-2 0,1 1 0,0 0 0,1-2 0,1 1 0,0-1 0,0 0 0,1 0 0,1-1 0,-1 0 0,2 0 0,-1-1 0,1-1 0,0 1 0,-1-2 0,2 1 0,-1-1 0,-1 0 0,1-1 0,0 0 0,-1-1 0,0 1 0,0-1 0,-1-1 0,0 1 0,-1-1 0,-1 0 0,0 0 0,-1 0 0,0 0 0,-2 0 0,0 0 0,-1 0 0,-1 0 0,-1 0 0,0 1 0,-2 0 0,0 0 0,-1 0 0,-1 1 0,-1 1 0,-1 0 0,0 0 0,-2 1 0,1 1 0,-2 0 0,0 1 0,-1 0 0,0 1 0,-1 1 0,0 1 0,0 0 0,0 1 0,-1 0 0,0 1 0,0 1 0,0 1 0,0 0 0,0 0 0,1 1 0,0 1 0,-1 0 0,2 0 0,-1 1 0,1 0 0,1 0 0,-1 0 0,2 1 0,0-1 0,0 1 0,1 0 0,0 0 0,1-1 0,1 1 0,0-1 0,0-1 0,1 1 0,0-1 0,0 0 0,1-1 0,1 0 0,-1 0 0,1-2 0,0 0 0,0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38:57.1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270 156 24565,'0'0'0,"0"-1"0,0 0 0,0-1 0,0 0 0,0-2 0,0 1 0,0-1 0,-1-1 0,0 0 0,0 0 0,-1-1 0,0-1 0,-1 1 0,0 0 0,0-2 0,-1 1 0,-1 0 0,0 0 0,0 0 0,-1 0 0,0 0 0,-1 0 0,-1 1 0,1 0 0,-2 1 0,1 0 0,-1 0 0,0 1 0,0 0 0,-1 2 0,1-1 0,-1 2 0,1 0 0,-1 1 0,0 1 0,1 0 0,0 2 0,0 0 0,1 1 0,0 1 0,0 1 0,1 1 0,0 0 0,0 1 0,2 1 0,0 0 0,0 2 0,2-1 0,-1 2 0,2 0 0,1 0 0,0 2 0,0-1 0,2 1 0,0 0 0,1 0 0,0 0 0,2 1 0,-1-1 0,2 1 0,-1-1 0,2 1 0,-1-1 0,1 0 0,1 0 0,-1 0 0,1-1 0,1 0 0,-1 0 0,0-1 0,0 0 0,1-1 0,-1-1 0,0 1 0,0-1 0,0-1 0,-1-1 0,0 1 0,0-2 0,-1 0 0,0 0 0,0-2 0,-1 1 0,1-1 0,-2-1 0,0 1 0,0-2 0,-1 0 0,0 0 0,0 0 0,-1-1 0,0 0 0,-1-1 0,1 1 0,-1-1 0,0-1 0,1 1 0,-1-1 0,0 0 0,0-1 0,1 0 0,0 0 0,0 0 0,1 0 0,0 0 0,1-1 0,0 0 0,0 0 0,1 0 0,1 0 0,0-1 0,1 1 0,0-2 0,1 1 0,0 0 0,1-2 0,1 1 0,0-1 0,0 0 0,1 0 0,1-1 0,-1 0 0,2 0 0,-1-1 0,1-1 0,0 1 0,-1-2 0,2 1 0,-1-1 0,-1 0 0,1-1 0,0 0 0,-1-1 0,0 1 0,0-1 0,-1-1 0,0 1 0,-1-1 0,-1 0 0,0 0 0,-1 0 0,0 0 0,-2 0 0,0 0 0,-1 0 0,-1 0 0,-1 0 0,0 1 0,-2 0 0,0 0 0,-1 0 0,-1 1 0,-1 1 0,-1 0 0,0 0 0,-2 1 0,1 1 0,-2 0 0,0 1 0,-1 0 0,0 1 0,-1 1 0,0 1 0,0 0 0,0 1 0,-1 0 0,0 1 0,0 1 0,0 1 0,0 0 0,0 0 0,1 1 0,0 1 0,-1 0 0,2 0 0,-1 1 0,1 0 0,1 0 0,-1 0 0,2 1 0,0-1 0,0 1 0,1 0 0,0 0 0,1-1 0,1 1 0,0-1 0,0-1 0,1 1 0,0-1 0,0 0 0,1-1 0,1 0 0,-1 0 0,1-2 0,0 0 0,0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38:57.4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270 156 24565,'0'0'0,"0"-1"0,0 0 0,0-1 0,0 0 0,0-2 0,0 1 0,0-1 0,-1-1 0,0 0 0,0 0 0,-1-1 0,0-1 0,-1 1 0,0 0 0,0-2 0,-1 1 0,-1 0 0,0 0 0,0 0 0,-1 0 0,0 0 0,-1 0 0,-1 1 0,1 0 0,-2 1 0,1 0 0,-1 0 0,0 1 0,0 0 0,-1 2 0,1-1 0,-1 2 0,1 0 0,-1 1 0,0 1 0,1 0 0,0 2 0,0 0 0,1 1 0,0 1 0,0 1 0,1 1 0,0 0 0,0 1 0,2 1 0,0 0 0,0 2 0,2-1 0,-1 2 0,2 0 0,1 0 0,0 2 0,0-1 0,2 1 0,0 0 0,1 0 0,0 0 0,2 1 0,-1-1 0,2 1 0,-1-1 0,2 1 0,-1-1 0,1 0 0,1 0 0,-1 0 0,1-1 0,1 0 0,-1 0 0,0-1 0,0 0 0,1-1 0,-1-1 0,0 1 0,0-1 0,0-1 0,-1-1 0,0 1 0,0-2 0,-1 0 0,0 0 0,0-2 0,-1 1 0,1-1 0,-2-1 0,0 1 0,0-2 0,-1 0 0,0 0 0,0 0 0,-1-1 0,0 0 0,-1-1 0,1 1 0,-1-1 0,0-1 0,1 1 0,-1-1 0,0 0 0,0-1 0,1 0 0,0 0 0,0 0 0,1 0 0,0 0 0,1-1 0,0 0 0,0 0 0,1 0 0,1 0 0,0-1 0,1 1 0,0-2 0,1 1 0,0 0 0,1-2 0,1 1 0,0-1 0,0 0 0,1 0 0,1-1 0,-1 0 0,2 0 0,-1-1 0,1-1 0,0 1 0,-1-2 0,2 1 0,-1-1 0,-1 0 0,1-1 0,0 0 0,-1-1 0,0 1 0,0-1 0,-1-1 0,0 1 0,-1-1 0,-1 0 0,0 0 0,-1 0 0,0 0 0,-2 0 0,0 0 0,-1 0 0,-1 0 0,-1 0 0,0 1 0,-2 0 0,0 0 0,-1 0 0,-1 1 0,-1 1 0,-1 0 0,0 0 0,-2 1 0,1 1 0,-2 0 0,0 1 0,-1 0 0,0 1 0,-1 1 0,0 1 0,0 0 0,0 1 0,-1 0 0,0 1 0,0 1 0,0 1 0,0 0 0,0 0 0,1 1 0,0 1 0,-1 0 0,2 0 0,-1 1 0,1 0 0,1 0 0,-1 0 0,2 1 0,0-1 0,0 1 0,1 0 0,0 0 0,1-1 0,1 1 0,0-1 0,0-1 0,1 1 0,0-1 0,0 0 0,1-1 0,1 0 0,-1 0 0,1-2 0,0 0 0,0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38:57.8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270 156 24565,'0'0'0,"0"-1"0,0 0 0,0-1 0,0 0 0,0-2 0,0 1 0,0-1 0,-1-1 0,0 0 0,0 0 0,-1-1 0,0-1 0,-1 1 0,0 0 0,0-2 0,-1 1 0,-1 0 0,0 0 0,0 0 0,-1 0 0,0 0 0,-1 0 0,-1 1 0,1 0 0,-2 1 0,1 0 0,-1 0 0,0 1 0,0 0 0,-1 2 0,1-1 0,-1 2 0,1 0 0,-1 1 0,0 1 0,1 0 0,0 2 0,0 0 0,1 1 0,0 1 0,0 1 0,1 1 0,0 0 0,0 1 0,2 1 0,0 0 0,0 2 0,2-1 0,-1 2 0,2 0 0,1 0 0,0 2 0,0-1 0,2 1 0,0 0 0,1 0 0,0 0 0,2 1 0,-1-1 0,2 1 0,-1-1 0,2 1 0,-1-1 0,1 0 0,1 0 0,-1 0 0,1-1 0,1 0 0,-1 0 0,0-1 0,0 0 0,1-1 0,-1-1 0,0 1 0,0-1 0,0-1 0,-1-1 0,0 1 0,0-2 0,-1 0 0,0 0 0,0-2 0,-1 1 0,1-1 0,-2-1 0,0 1 0,0-2 0,-1 0 0,0 0 0,0 0 0,-1-1 0,0 0 0,-1-1 0,1 1 0,-1-1 0,0-1 0,1 1 0,-1-1 0,0 0 0,0-1 0,1 0 0,0 0 0,0 0 0,1 0 0,0 0 0,1-1 0,0 0 0,0 0 0,1 0 0,1 0 0,0-1 0,1 1 0,0-2 0,1 1 0,0 0 0,1-2 0,1 1 0,0-1 0,0 0 0,1 0 0,1-1 0,-1 0 0,2 0 0,-1-1 0,1-1 0,0 1 0,-1-2 0,2 1 0,-1-1 0,-1 0 0,1-1 0,0 0 0,-1-1 0,0 1 0,0-1 0,-1-1 0,0 1 0,-1-1 0,-1 0 0,0 0 0,-1 0 0,0 0 0,-2 0 0,0 0 0,-1 0 0,-1 0 0,-1 0 0,0 1 0,-2 0 0,0 0 0,-1 0 0,-1 1 0,-1 1 0,-1 0 0,0 0 0,-2 1 0,1 1 0,-2 0 0,0 1 0,-1 0 0,0 1 0,-1 1 0,0 1 0,0 0 0,0 1 0,-1 0 0,0 1 0,0 1 0,0 1 0,0 0 0,0 0 0,1 1 0,0 1 0,-1 0 0,2 0 0,-1 1 0,1 0 0,1 0 0,-1 0 0,2 1 0,0-1 0,0 1 0,1 0 0,0 0 0,1-1 0,1 1 0,0-1 0,0-1 0,1 1 0,0-1 0,0 0 0,1-1 0,1 0 0,-1 0 0,1-2 0,0 0 0,0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38:58.2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270 156 24565,'0'0'0,"0"-1"0,0 0 0,0-1 0,0 0 0,0-2 0,0 1 0,0-1 0,-1-1 0,0 0 0,0 0 0,-1-1 0,0-1 0,-1 1 0,0 0 0,0-2 0,-1 1 0,-1 0 0,0 0 0,0 0 0,-1 0 0,0 0 0,-1 0 0,-1 1 0,1 0 0,-2 1 0,1 0 0,-1 0 0,0 1 0,0 0 0,-1 2 0,1-1 0,-1 2 0,1 0 0,-1 1 0,0 1 0,1 0 0,0 2 0,0 0 0,1 1 0,0 1 0,0 1 0,1 1 0,0 0 0,0 1 0,2 1 0,0 0 0,0 2 0,2-1 0,-1 2 0,2 0 0,1 0 0,0 2 0,0-1 0,2 1 0,0 0 0,1 0 0,0 0 0,2 1 0,-1-1 0,2 1 0,-1-1 0,2 1 0,-1-1 0,1 0 0,1 0 0,-1 0 0,1-1 0,1 0 0,-1 0 0,0-1 0,0 0 0,1-1 0,-1-1 0,0 1 0,0-1 0,0-1 0,-1-1 0,0 1 0,0-2 0,-1 0 0,0 0 0,0-2 0,-1 1 0,1-1 0,-2-1 0,0 1 0,0-2 0,-1 0 0,0 0 0,0 0 0,-1-1 0,0 0 0,-1-1 0,1 1 0,-1-1 0,0-1 0,1 1 0,-1-1 0,0 0 0,0-1 0,1 0 0,0 0 0,0 0 0,1 0 0,0 0 0,1-1 0,0 0 0,0 0 0,1 0 0,1 0 0,0-1 0,1 1 0,0-2 0,1 1 0,0 0 0,1-2 0,1 1 0,0-1 0,0 0 0,1 0 0,1-1 0,-1 0 0,2 0 0,-1-1 0,1-1 0,0 1 0,-1-2 0,2 1 0,-1-1 0,-1 0 0,1-1 0,0 0 0,-1-1 0,0 1 0,0-1 0,-1-1 0,0 1 0,-1-1 0,-1 0 0,0 0 0,-1 0 0,0 0 0,-2 0 0,0 0 0,-1 0 0,-1 0 0,-1 0 0,0 1 0,-2 0 0,0 0 0,-1 0 0,-1 1 0,-1 1 0,-1 0 0,0 0 0,-2 1 0,1 1 0,-2 0 0,0 1 0,-1 0 0,0 1 0,-1 1 0,0 1 0,0 0 0,0 1 0,-1 0 0,0 1 0,0 1 0,0 1 0,0 0 0,0 0 0,1 1 0,0 1 0,-1 0 0,2 0 0,-1 1 0,1 0 0,1 0 0,-1 0 0,2 1 0,0-1 0,0 1 0,1 0 0,0 0 0,1-1 0,1 1 0,0-1 0,0-1 0,1 1 0,0-1 0,0 0 0,1-1 0,1 0 0,-1 0 0,1-2 0,0 0 0,0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41:39.232"/>
    </inkml:context>
    <inkml:brush xml:id="br0">
      <inkml:brushProperty name="width" value="0.35" units="cm"/>
      <inkml:brushProperty name="height" value="2.1" units="cm"/>
      <inkml:brushProperty name="color" value="#333333"/>
      <inkml:brushProperty name="ignorePressure" value="1"/>
      <inkml:brushProperty name="inkEffects" value="pencil"/>
    </inkml:brush>
  </inkml:definitions>
  <inkml:trace contextRef="#ctx0" brushRef="#br0">207 342,'-4'0,"-8"4,-8 4,-3 5,-4 4,1 0,1 1,4 2,3 0,4-1,5 0,4-2,3-2,2 1,2-2,3 2,3-3,1-2,1-2,1-1,0-2,2-1,2 0,3 0,-1 0,1-2,-1-1,2 2,3-1,4 1,-2 0,1 0,-1-2,-1 0,2-1,1-3,-3 0,-2-2,-1-3,-1-1,-3-3,0-1,-2-1,0-2,-3 0,-4 0,-1-3,-1 1,-2 2,-1-1,-5 2,-4 3,-3 2,-7 3,-3 3,-4 1,-3 1,-3 4,3 1,0 2,1 2,1 4,5 3,3 1,1-2,3 0,1 0,1-3,1 0,1 0,3 1,3 1,1 0,1 0,3-2,2-3,3-3,4-2,1-4,3-3,6-7,10-8,14-10,17-11,15-11,9-8,-1-5,-4 2,-15 9,-13 9,-14 5,-10 7,-10 7,-6 5,-4 3,-3 1,-3 1,-3 1,-4 2,-5 0,-4 2,-2 1,-4 3,-4 2,-1 2,-3 1,-1 1,-1 0,1 3,-2 1,2 3,3 4,3 1,0-1,4 1,2 2,0 3,0 1,0 0,0 1,2-1,0 0,1 0,0 1,2 0,-1-1,3 2,3-1,0-2,1 1,2-3,2 0,0-2,2-3,3-3,3-5,3-4,1-4,1-2,3-4,0-2,0 0,-1 1,-2 1,0 0,-2 0,-4 1,0 1,-2-1,-1 1,-3 1,-5 1,-5 2,-8 1,-7 2,-6 2,-1 2,-3 3,1 3,3 0,3 0,3 2,2 2,3 1,-1 1,2-1,1 0,2 1,4 1,0-1,2 0,2-1,2 1,3 0,1 0,0 1,-1 0,1 2,1-1,0-1,1-1,1-2,4-4,3-3,3-1,1-6,2-2,4-4,3-5,3-6,3-6,-2-2,-1-2,-1 4,-1 2,-4 2,-4 1,-1 3,-3 3,-1 0,-2 3,-1 0,-3 1,-2 0,-4 3,-3 0,-4 2,-3 1,-2 3,0 0,0 4,-1 2,-2 1,-3 3,3 2,0 1,0 4,2 2,3-1,1 1,2-1,1-2,1 2,3-2,2 0,1-1,1-2,1 2,0 0,1 0,-1 0,2-4,3-2,3-2,3-3,3-1,2-5,3-2,3-6,1-1,5-2,4-1,0-1,-1 3,-1 1,-2 3,-4 2,-2 0,-2 0,-1-1,-4 2,-1-1,-2 2,-1 0,-1-1,-1-2,-2 1,-1-2,-2 0,-3 1,-4 2,-3 3,-4 1,-2 2,-1 1,-2 2,0 1,1 2,-1 1,2 2,-1 1,1 3,3 2,0 0,1 3,0-2,1 1,3 0,1 1,2 1,1-3,1 0,0-3,1 0,-1-1,1 0,1-3,0 0,2 0,3-1,0-2,3-2,1-1,2-1,2-1,2-2,2-3,1-3,3-3,0 0,-1 1,-1-2,0 0,-2-1,-5 1,0 1,-2-1,-2 1,-1 1,-1-1,-1 0,-2-1,-2-1,-3-1,-3 1,-4 1,-1 3,-4 1,-1 1,-3 3,-1 2,-2 2,-1 4,-3 3,-1 1,1 4,-1 3,1 3,1 2,0-2,3 3,2 1,2 2,0-1,2-1,2 1,1-1,1-1,1-1,3 1,2-1,1 1,2-2,2-4,2-5,1-2,2-2,0-3,4-1,1-1,2-3,1-1,-2-2,0-1,-1-2,1 0,0 0,1 0,-1-1,1-3,2 0,2-1,1-1,2-2,0 0,-2 0,-2 0,-2 1,0-1,0 3,-4 1,-1 1,-1 1,-2 0,0 0,-1 0,0 0,-2-1,2 3,-2-2,0-1,-2-2,0 0,-2-1,1 1,-1 1,-1 1,1 0,-2 0,-2 2,-3 3,-1 2,0 0,-2 1,-1 0,0 2,-1-2,1 0,-2 1,-1 0,1 1,-1 0,-2 1,-2 0,0 0,2 0,2 0,-1 0,1 1,0-1,0 1,0 2,1-1,-2 0,1-1,-1 0,-2 1,-2 3,0-1,0 2,2 2,2-2,0 1,1 1,1 1,-1-1,0-1,-1 1,0 3,1 1,3 0,1 0,3 0,0-1,2 1,1-2,0 1,0 2,2-1,0 1,1 0,0-2,1 1,0-1,2-2,1-1,-1 0,2-1,2-2,-1 0,2-1,2-1,2-1,1-1,0 0,0-1,-1-1,2 1,0 0,1 0,-2 0,0-2,-1-1,2-1,0 0,0 1,1 0,0 1,0-1,-1 1,0-2,1-1,-1 0,2 0,-1 2,-1-2,2 1,-1 1,0 0,-2 2,-1-1,-3-1,3 1,-2-2,0 1,-1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42:02.465"/>
    </inkml:context>
    <inkml:brush xml:id="br0">
      <inkml:brushProperty name="width" value="0.35" units="cm"/>
      <inkml:brushProperty name="height" value="2.1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850 521,'2'0,"4"0,3-2,5-3,6-3,8-3,10-2,12-4,6 0,6-2,3-2,2-1,-2-3,-5 1,-3 0,-8 2,-7 3,-5 2,-6 1,-5 2,-5 1,-3 2,-3 2,-5 1,-1 0,-1 1,-2 1,-1-2,-3 0,0-1,-2 0,-3-2,-6 3,-3 1,-2 3,-4 1,1 2,-3 1,-2 2,0 3,0 0,0-1,0 3,2 2,-1 1,0 1,1 2,2-1,1 1,2-1,1 1,-1 1,1 0,1 1,1-1,2-3,1 0,1 0,1-1,2 0,2 0,3 0,5-1,4-3,4-4,1-2,2-3,2-1,1-1,2-4,4-3,8-1,8-6,8 0,2-1,1 0,-5 1,-5 2,-9 4,-6 2,-4 2,-6 0,-4 0,-3 1,0 2,-3 1,-2-1,-3-1,0-2,-4 2,-2-1,-5 2,-2 1,-3 2,-3 3,0 4,-1 2,-1 2,0 4,0 0,-1 0,-2 3,2 2,1 2,1 0,3-1,-1 1,1-1,2-2,2 0,4-1,2-1,3-1,5-3,5-3,6-3,1-4,3-5,4-6,5-4,5-4,3-1,2-2,0 0,-2 1,-5 2,-3-1,-2 0,-6 2,-5 3,-2 2,-1 0,-3-1,-2 2,0 2,-2-1,-2 2,-1-1,-3 0,-4 1,-5 3,-2 2,-5 2,-2 4,-2 7,-2 4,0 2,2 3,2 2,3 3,3-2,1 0,3-2,4-3,2 0,1 1,0 1,1-1,1 0,2-2,3-3,2-2,4-4,6-3,2-1,1-3,1-2,3-2,-1-1,0-3,-1 0,-2-1,-1-1,1 2,-3 0,-1 0,-1 2,-3 0,-2 1,0 0,0 0,-2-2,-1-1,-3-1,-1 0,-1-1,-3 2,-2 3,-5 1,-2 3,-3 3,-3 4,-2 6,1 3,-1 2,0 2,1 2,0-1,1 0,4 0,4-1,3-2,3 0,2 1,1-1,1-1,1-1,3-4,2-1,4 0,1 0,5-2,4-2,4-2,5-1,5-1,2-1,-3 0,0-2,-4-3,-2-1,-5-1,-4 0,-3 0,-4 1,-3-2,-1 1,-2 1,-1-2,0 0,-2-2,-1 0,-1 0,-2 1,-1 1,-5 1,-1 2,-4 3,-6 2,-4 5,-2 4,-3 4,0 5,0 1,4 1,4 1,5-2,4-1,5-3,3-2,1 0,2 0,2 0,2-1,2-2,4-3,3-3,7-4,3-3,9-7,10-7,15-4,14-6,10-6,5 0,-3-4,-7 1,-13 1,-12 3,-14 5,-12 3,-6 3,-7 3,-3 2,-5 3,-1 1,-3-1,-1 1,-2-1,-3 1,-4 1,-3 2,-2 2,-1 3,-1 2,-4 4,-5 7,-4 4,-4 6,-4 9,-5 6,-5 12,-5 9,-3 10,-2 4,0 2,4-5,6-6,7-7,9-10,6-10,7-8,5-5,4-5,4-3,4-1,0-2,4-2,4-2,2-2,1-3,2-3,0-2,-2-1,0-2,-1-1,1-1,-2-2,-2-3,-3-4,-1-1,-1 0,-1 1,0 2,-4 0,-3 0,-2 3,-3-1,-3 0,-5-2,-2-2,-3 1,-2 0,-3 0,-1 0,1 4,0 4,2 3,2 4,1 2,3 3,3 3,5 2,1 4,3 0,2 1,2 3,3 1,2-2,0 0,1-1,1-2,1-1,1-2,1-1,3-1,1-1,3-2,1 0,1-2,2-2,3-4,1-1,2-3,3-1,1-4,2-6,-2-2,-2-3,-2-1,-4 0,-4 1,-5 2,-3 0,-3 3,-2 3,0 2,-1 2,-2 4,-2 1,-2 2,-3 2,-4 1,-3 2,-2 5,-4 3,-1 3,-2 7,2 3,3 4,1 0,3 0,2 1,4-3,3-1,4 0,2-3,1-2,3 0,3-2,2 0,4-2,3 0,2-3,1-1,1 0,4 1,-1 0,2-1,0-3,0-1,0-1,-3-2,2-1,-1 0,-1-1,-2-1,-3-2,-2-3,-1-2,-1 0,-3-2,-2 0,-2 0,-2 0,-2 0,-1 0,-2 1,-2 1,-1 2,-2 3,-2 2,0 1,-1 5,0 1,0 3,0 6,2 5,1 9,-4 12,-2 24,-1 27,-1 20,1 7,3-5,3-11,4-18,2-18,2-14,3-11,1-11,0-8,1-7,2-3,2-5,1-4,2-3,0-4,0-4,1-3,-1-3,0-5,-1 0,-2-3,-2-1,-3-1,-3 1,-3 1,-3-1,-5 3,-1 1,-5 0,-5-2,-3-1,-4-2,-2-3,0 0,0-1,1-1,-1-1,3-1,-1 2,2-1,1 4,4 3,2 1,3 3,1 4,5 4,2 3,0 3,1 2,-1 4,2 3,1 3,1 2,0 3,2 2,1-1,1 2,2 0,3-1,1 1,1-2,4 0,1-2,3-1,2-2,2-3,4-2,5-1,5-4,5-4,0-5,-1-6,-2-5,-1-5,-3-3,-5 0,-4 0,-6-3,-6 2,-4 0,-3 1,-4 0,-3 0,-4 1,-3 1,-1 0,0 3,-1 2,-1 3,1 2,1 3,1 5,1 4,-2 3,0 5,0 8,3 6,0 6,3 4,1 5,0 1,3 0,0 2,2 1,1 0,0 0,2 3,0-1,3-2,1-3,2-2,1-5,0-3,-1-3,-1-4,-1-3,2-3,0-3,3-2,1-2,-1-3,0-3,1-4,2-7,0-4,-2-5,-3-1,-3 0,-3-1,-2 0,-1 2,-2 4,-2 2,-5 0,-3 3,2 3,-2 3,0 3,-1 2,1 5,1 3,-1 4,0 7,-2 4,2 3,-1 4,3 4,3 3,2 1,3-2,1 1,1-3,0 0,1-2,1-3,1-1,2-3,-1-4,2-2,1-1,1-2,-1-1,1-4,0-1,3-3,1-2,-2-2,0-6,-2-2,-1-4,-1-3,-2-1,-2-1,0-1,-4 1,-4-2,-3-1,-5 1,-5 1,-5 3,-1 4,-1 5,-3 3,2 2,0 2,1 3,0 2,3 4,2 4,0 3,3 2,3 0,3 3,4 2,3-2,3-2,1-2,3 1,3-1,2-1,2-5,2-1,-1-1,1-2,2-2,1-2,-1-2,2 0,-1-3,0-2,-1-3,-3-4,-3-1,-2-3,-3-3,-1-2,-1-2,-3-1,-3-2,-4 2,-1 2,1 2,1 2,-2 2,-3 2,-1 1,1 1,-1 2,0 3,0 3,1 1,-1 3,1 3,0 3,1 2,2 3,1 1,0 0,2 2,2 0,2 1,2-1,2 2,0-2,2 0,2 0,3 0,4-2,1 0,1-1,1-3,1-2,-1-3,-1-2,2-1,-1-1,-1 0,-1-1,2 1,-2-3,-1-1,-1-3,-2-3,-2-2,-3-3,-1-2,-3 0,-3 0,-5-4,-2-1,-5 1,-5 3,-4 2,0 2,-1 4,0 3,1 3,2 2,0 3,1 4,2 2,3 4,3 5,1 2,3 1,2 2,2-2,2 2,2 2,1-1,1 0,2 0,2-3,3 0,0-2,0-2,2-2,0-1,2-1,2-2,-2-2,-1 0,0-3,0-1,0-2,0-1,-2-2,0 0,-2-3,-1-1,-2-4,-2-4,0-1,-3-1,-3-2,-1-2,-5 1,-5 2,-3 1,-1 0,-2 4,-1 3,0 4,0 2,-1 2,1 5,0 3,0 4,-2 2,0 3,2 2,2 1,1 3,2 0,2-1,3-1,3-3,1-1,3 1,1-1,2-1,2-2,0-1,1 0,2-3,3-3,2-2,2-2,0-2,2 0,0 0,0-2,-2-3,0-2,-2-1,-3-2,-1-2,-1-4,-2 1,0 0,0 0,-2 1,-3-2,-4 0,-3 1,-3 1,-1 1,-2 2,-2 0,1 0,0 3,0 0,1 1,2 3,2 1,1 2,2 0,2 3,3 3,2 3,2 5,2 4,0 2,2 1,3 2,2-2,1 0,2-3,1-3,0-2,2-4,0-3,0-2,0-4,-1-3,0-3,-3-4,-3-3,-2-2,-1-1,-3 1,0-2,-4 0,-3-1,-4 0,0 3,-2 1,-2 2,0 2,-2 2,-1 2,-1 4,-2 2,1 5,2 3,2 1,0 2,3 3,1 3,0 2,2 1,-1 2,3 0,1-1,4-1,2-3,3-3,2-3,2-3,3-1,0-2,2-2,-1-1,2-3,-1 0,1-5,2-1,-3-3,-1 0,-2-2,-1-1,-1-2,-2-1,-2-2,-3 1,-1 0,-4 1,-2 1,-3 1,-2 2,-3 2,-2 0,0 3,0 1,-3 1,-1 2,-1 2,-1 0,1 2,1 2,0 4,3 2,3 2,0 4,1 0,3 1,4 1,1-3,2 1,2-1,1 2,1-1,3-2,2-3,3-4,3-2,4-2,4-1,-1 0,2-4,-2-3,-1-3,-2 0,0-3,-1-1,-3-1,-1-1,-4 2,-2-2,-1 1,-2 1,-3 0,-4-1,-3 2,-4 0,-4 1,-4 1,-2 0,-4 3,-3 0,1 1,-3 3,0 1,0 4,2 2,0 4,3 3,3 3,5 0,4 0,3-1,2 0,2 2,3-1,3 0,1-1,2 0,2 0,3-3,0-1,2-2,0-1,0-1,1 0,2-1,1-1,2-2,0-1,0-1,0-2,0-4,1-3,2-2,0-3,-1-3,-3-1,-2 1,-2-2,-3-1,-2 0,-2-2,-1 0,-3-2,-6 2,-5 1,-5 1,-3 1,-3 2,-4 3,-4 3,-2 3,-1 3,-2 3,-1 3,0 2,3 5,3 3,3 1,3 4,3 0,5 0,4-1,5 0,3-1,4-1,4 0,5-2,4-3,3-2,4-2,1-1,5-1,4-2,6-1,1-2,2-1,-1-4,0-2,-3 2,-4-2,-2-1,-2-1,-4-2,-3 2,-3-1,-3-3,-3 0,-1 0,-3-2,-2 2,-3 0,-3-1,-3 1,0 1,-3-2,-1 2,0 3,-1 5,1 3,-1 2,1 3,2 3,0 3,3 4,1 4,3 2,0 2,2 1,0 0,2 1,3-1,1 0,3 0,-1 1,0-2,1 0,0 0,1-4,0-2,2-1,3-3,0-2,2-1,-1-3,1 0,1-1,1-4,-1-2,0-2,-3-3,-2-1,-2-1,0-5,-3-1,-2-2,-3-4,-3 2,-3-2,-4 1,0 0,-2 3,-2 2,-1 2,0 3,0 1,1 2,0 2,2 0,0 1,1 3,1 4,0 3,2 6,1 5,1 3,1 1,2 2,0 0,0 0,2-1,1 3,1-1,3 2,0 0,4 3,2-2,-2-3,1-1,0-4,1-2,-3-3,0-1,2-4,-1-2,2-1,0-2,2-2,2-3,0-4,-2-4,-2-5,-3-3,-2-4,-3-1,-2-1,-4 0,-3-1,-4 3,-5 0,-2 1,0 2,0 6,0 3,1 0,2 1,1 2,1 3,3 1,-1 1,1 4,1 3,-1 4,2 2,1 3,1 2,2 3,0 1,1 2,2 1,0 0,1-3,1 0,1-2,3 1,-1 0,-2-2,1-3,1-2,1-2,0-2,2-2,0-6,3-5,0-5,0-6,-1-7,-1-4,-4-2,-2-2,-3 0,-1 0,-3 3,-2 0,-3 1,-2 2,-1 4,-1 2,2 1,0 5,2 2,2 3,0 2,1 6,1 4,2 6,0 3,0 4,1 3,0 2,0 4,1 3,-1-2,0 2,0-3,0-1,0-1,0-3,0 1,0-3,0-1,0-2,0-1,0-5,2-7,2-6,2-11,1-9,-2-7,-1-3,1-2,-1-1,-1 3,-1 3,-1 4,-1 6,0 4,0 3,2 6,0-1,2 1,2 0,0 0,0 0,2-1,-1 1,0 1,1 1,1 2,-2-1,1 0,0 1,1-1,0 0,1 1,0 1,1 0,0 0,-1 2,1 1,0 1,-1-2,1 1,0-2,1-2,1 0,2 0,1-2,3 1,0 2,2-1,-2 2,-3-1,-3 0,-1 1,-1 0,0 0,3 1,-1 0,1-1,1-1,-1-1,0 0,-1 1,-1 2,0 1,-2 1,1 0,-2 3,-3 3,-2 1,-2 3,-1 1,-1 0,-2 1,-1 0,0 0,-1-2,0 2,-1 0,0 0,0 0,-4 2,-1 0,-2 0,-1 2,-3 1,-2 0,0-3,0 0,1 0,1-1,2-2,0-1,2-1,1-1,1 0,1-1,-1 0,0 0,-2 2,-1-1,-1-1,-1-3,3 1,1 0,-1 0,0 1,0-2,0-1,1 0,0-1,0-1,0 0,0 0,1 0,-1-2,3-3,1-2,3-1,2-2,3 0,3-1,1-2,1 0,2 1,1 2,1-1,0 0,1 2,-2-3,1 0,1 2,-1 1,-1-1,1 3,0-1,-1 1,1-2,0 2,0 1,0 1,2-1,1 0,-2 0,1 0,0 2,0 0,1 0,-1-1,1 0,-1 2,1-1,0-2,1-1,0 0,0 0,0 1,0 1,1 0,1 1,0-1,-1 1,0-1,0 0,-1 1,1 0,-1 0,0 1,-2 1,0-1,1 0,-1-2,-2 1,2-1,0 0,0 1,0 1,0 0,-1 0,0-2,-1 1,1 1,0-1,-1 0,1 1,-1 1,1 0,-1 2,3-1,0 1,-1 0,1 1,-1-1,-1 0,0 0,0 0,0 0,-1 0,0 0,1 0,0 0,-1 0,-1 2,-1 0,0 2,1 0,0 0,1-1,0-2,1 0,-1 2,1-1,1 2,1 0,0-1,0 0,-1-1,-1-2,0 1,0-1,0 0,-1 0,0-1,3 1,0 0,-1 0,1 0,-1 0,-1 0,0 0,0 0,1 0,1 0,2 0,0-2,-1 0,1 0,-1 0,2 1,-1 0,-1 0,1 1,0 0,-1 0,-2 0,0 0,-1-1,0-2,0 1,-1 0,1 1,-1 0,0 1,1 0,-1 0,1 0,0 0,-1 0,1 0,-1 0,1 0,-2 2,-1 0,0 2,1 1,0-2,-1 2,0-1,-2 1,-1 1,0 2,-1 1,-2 1,0 1,-1-1,0 1,-1 0,0 0,0 0,0-1,-2 1,-1 0,-1-3,-1 1,2-1,0 0,-1 0,-1-3,0 1,-1 0,-1 0,-1-2,0 1,1-1,-2-1,0 0,0-2,-1-2,0-3,-1-1,0-3,2-2,1-3,0-1,-1 2,1-1,3-1,1-3,0-1,1-2,0 2,2-1,0 1,0 3,1 1,2 3,2 4,3 5,0 4,0 2,-1 2,-1 2,-2 1,-1 2,1-1,2 0,-1 0,2 1,-1 0,-1 1,-1-1,1 2,-1 0,1 2,2 1,0 1,1 2,-2 2,0 0,-1 1,2 2,0 0,-2-1,0-4,-3-3,2 0,0-2,1-1,0 1,-1 2,0 1,-2 0,0-1,-1 0,0 1,-2 1,0 2,0 0,-2 1,0-2,-1-2,0-2,0-2,0-1,-1 0,1 1,-1 0,1-1,-1-1,1 0,1 0,2 0,-1-1,-2 3,0-1,-1 1,1 1,-1-1,-1 0,-2 2,2 1,-1 1,0-1,0-2,0-1,2-2,0 1,2-2,-2 1,0-3,0 0,2 0,-1-1,1 0,-1-2,0 1,0-1,-2-1,-1-1,1-4,1-2,2-4,2-1,0-4,4-1,2-4,3-3,2-4,1-1,0-2,-1 1,0 1,-2 1,-2 1,0 3,-1 3,1 0,-1 2,1 2,0-1,-2-2,0 0,-1 2,-2 0,1 2,-1 0,-1 1,1 1,0-1,0 1,0 0,0-1,0 1,0-1,0 1,0-1,0 4,-2 3,-1 4,1 6,-2 3,1 4,0 2,0-1,2 2,0 1,0 0,0-1,-2 0,1-1,-1-1,-1 0,-1 1,1 0,0 0,2-1,0 1,-1-2,1 0,-3-1,1 1,1-1,1-1,-2 2,1 0,-2-2,1-1,0-1,0-1,0-1,1 1,1 0,-1-1,0 0,-1 1,-2-1,0 2,1 1,2 1,-1 0,0 0,-1-2,1 0,1-1,0 1,0 1,0-1,-2 0,1-1,1 0,-1 1,0 0,-1-1,0 0,2 0,-2 1,1 0,1 1,-1 0,1 1,-2 0,0-1,2 1,-1-2,0-1,-1-1,0-1,0 1,-2-1,1 1,-1-2,1 1,0-1,-1-1,-1-2,1 2,-1-1,0 1,-1 2,0 0,-1-1,0-2,1 1,1-1,1 2,1-1,-2 0,0-2,1 1,-2 0,-1 2,-1-1,0 1,-2 0,-1-1,1 0,0 2,-1 0,1-2,-3 1,1 1,1 0,1 0,1 0,0-2,2-1,-1-2,0 0,1-1,0 2,-1 0,1 0,-1 0,1-1,-1 0,1-1,-1 1,0-1,1-1,-1 1,1 0,-1 0,0 0,1 0,-1 0,1 0,-1 0,1 0,-3 0,0 0,0 0,1 0,0 0,1 0,0 0,0 0,0 0,1 0,-1 0,1 0,-1 0,1 0,-1 0,1 0,-1 0,1 0,1-2,-1 0,-1-2,0-1,0 0,0 0,0 1,0 1,2-1,-1 1,1-1,0 0,1 0,-2 2,1-1,-1-1,1 0,1 0,0 0,-1 0,0 0,-1-1,0-1,-1 0,2-1,1 1,1 0,1 1,-1-1,1-1,1-1,0 1,1-2,-1-2,-1 0,0 0,-1 0,2-2,-1 1,0 1,1-1,-2 1,-1 1,0 1,1-1,-1 0,1 0,0 1,1 1,0 0,-1-1,1 0,-1-1,1 0,2-2,-1-1,2 0,0 1,1 0,-1 2,0 1,-2 1,1-1,-1 1,0 1,2-1,-2 2,1-1,-1-2,0-2,2-1,0 1,0-1,0 1,0-1,1 0,1-1,1 0,-1 0,1 1,1 1,-1 0,0 0,0 1,0-1,2 1,0-1,2 1,1-1,-2 1,2-3,-1 1,1-1,0 0,0 1,0 1,-1 0,0 2,0 1,1 0,1 1,0 0,1 0,0 0,0 0,0 2,1 0,-1 1,0-2,0 1,2 1,-2 2,1 3,-2 2,-1 3,-2 1,-2 5,0 2,-1 2,0 1,0 3,-3 0,1 2,-3 3,1-1,0 0,0 0,0 0,0 1,2 1,-1 1,0 0,0 2,1-1,1 0,1 1,-1 1,1-3,1-3,-1-3,2-2,0 0,2 0,2-2,2-1,1-2,1-2,1-2,0-4,0-2,2-4,-2-3,0-2,-1-1,0-4,0 0,2-3,3-4,-2 0,1-3,0-2,1-2,0-1,-2-1,0 0,0-1,-4 2,0 0,-3 3,-1-1,-3-1,0 1,-2-1,0 0,-1 3,1 0,0 3,-1 1,1-1,0 2,0-3,0-1,0 0,0 1,2 0,2-1,2 0,3 1,-1 2,0 1,2 0,2 1,0 0,1 2,2 3,-2 0,0 3,-1 1,2 3,1 3,2 2,-2 2,1 5,0 1,0 4,-2 0,0 3,-2 2,2 1,-1-1,-2-1,-1-2,-1 1,0 1,1-2,-2 3,0 2,0 2,-2-1,-1 1,1 1,-2-2,-1 0,1 0,-1 1,2-1,-1-1,0-1,0-1,0-2,1-2,-1 0,0 0,-2-2,0-1,1-2,-1-1,2-3,0 1,1-2,2-2,1-1,1-2,1-2,1-2,0-3,0-1,-2-1,-1-3,2-3,2 1,-1 0,-1-2,-3 0,0-1,-2 1,-1 1,-2 0,-1 0,-1 0,0 0,0 1,-1 1,1 1,0 0,-2 1,-2 1,-3-1,-1 3,-2-2,0 0,-3 0,-2 2,-1-1,1 2,1 1,-1 1,-1 1,0 1,0 1,-4 1,0 2,-1 3,-4 3,-2-1,0 2,1 0,1 3,1 1,1 1,3-2,1 0,4 1,2-1,3-1,0 0,2 2,3-1,1 0,3 0,2 0,3-2,5-3,2-2,3-1,1-2,1-1,4-2,2-3,2-4,3-2,2-4,2-3,-1 0,-1-4,-1-3,-1-2,-3-3,-1 3,-3-2,-3 0,-4 3,-5 1,-3-1,-3 0,-1-1,-2 2,-2 1,-2 3,-2 1,-4 3,1 2,-3 3,-1 3,-3 2,0 3,-1 1,-1 4,0 3,0 5,1 2,-1 1,-2 3,-2 3,0 3,1 3,-1 1,3 2,1 0,1 0,5 2,2-2,1 0,3-2,0-4,2-1,1-3,2 0,1 1,0-2,1-1,0-2,1 0,1-4,2 0,3-1,1-1,2-3,0-1,3-1,4-3,3-1,3-5,4-1,2-5,1-2,-1-1,-4-2,-1-2,-4-2,-3 0,-4 2,-3 0,-3 1,-3 1,-2 0,-4 0,-5 3,-2-1,-4 0,-4 1,-5 1,-5 0,0 2,-4 1,-1 2,0 2,3 1,1 1,-1 2,2 0,1 2,2 1,1 2,1 2,1 1,1 1,2 3,-1 4,0 3,1-1,2 3,0 3,-1 1,1 3,1 3,2 3,0 2,4-2,2-2,1 0,2-4,1-1,1-4,2-2,-1-1,1-3,1-1,-1 0,2 0,2 0,3-3,1-2,4-4,2-1,4-2,3-3,4-3,2-4,3-2,5-3,1-3,-2-2,2-1,0-1,-2-1,-1 1,-3-3,-3-2,-5-2,-3 2,-1 0,-3 1,-3-1,-1 2,-3 0,-2 1,-3 2,-1 1,-4 2,0 2,-3 3,-2 3,-3 3,-2 3,-2 2,-5 2,-4 3,-1 6,-3 7,-2 1,-1 5,-1 3,1 1,0 1,2 2,-2 4,1 0,0 3,3 0,6 0,4-3,4-4,1-2,4-3,2-4,2-1,1-2,2-3,0 0,1 0,1-1,1 0,1-4,3 0,1-1,3-1,1-2,3-2,3-1,7-1,4-3,8-4,5-7,4-7,3-4,0-5,-1-2,-3-1,-5-1,-6 1,-5 2,-4 3,-4 2,-4 0,-4 0,-3 2,-2 2,-2 0,-2 2,-2 3,-2 2,1 2,-4 0,-1 2,-5 0,-4 1,-1 3,-5 4,-5 4,-4 6,-5 4,-4 5,-6 4,-4 4,0 5,-3 3,-3 5,-2 3,0 3,1 0,3 2,4-3,5 0,5-3,7-4,3-5,6-4,6-3,3-3,3-3,2-1,1-3,1-2,2 1,1 1,1-2,1 0,2-2,0-3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42:24.833"/>
    </inkml:context>
    <inkml:brush xml:id="br0">
      <inkml:brushProperty name="width" value="0.35" units="cm"/>
      <inkml:brushProperty name="height" value="2.1" units="cm"/>
      <inkml:brushProperty name="color" value="#333333"/>
      <inkml:brushProperty name="ignorePressure" value="1"/>
      <inkml:brushProperty name="inkEffects" value="pencil"/>
    </inkml:brush>
  </inkml:definitions>
  <inkml:trace contextRef="#ctx0" brushRef="#br0">207 342,'-4'0,"-8"4,-8 4,-3 5,-4 4,1 0,1 1,4 2,3 0,4-1,5 0,4-2,3-2,2 1,2-2,3 2,3-3,1-2,1-2,1-1,0-2,2-1,2 0,3 0,-1 0,1-2,-1-1,2 2,3-1,4 1,-2 0,1 0,-1-2,-1 0,2-1,1-3,-3 0,-2-2,-1-3,-1-1,-3-3,0-1,-2-1,0-2,-3 0,-4 0,-1-3,-1 1,-2 2,-1-1,-5 2,-4 3,-3 2,-7 3,-3 3,-4 1,-3 1,-3 4,3 1,0 2,1 2,1 4,5 3,3 1,1-2,3 0,1 0,1-3,1 0,1 0,3 1,3 1,1 0,1 0,3-2,2-3,3-3,4-2,1-4,3-3,6-7,10-8,14-10,17-11,15-11,9-8,-1-5,-4 2,-15 9,-13 9,-14 5,-10 7,-10 7,-6 5,-4 3,-3 1,-3 1,-3 1,-4 2,-5 0,-4 2,-2 1,-4 3,-4 2,-1 2,-3 1,-1 1,-1 0,1 3,-2 1,2 3,3 4,3 1,0-1,4 1,2 2,0 3,0 1,0 0,0 1,2-1,0 0,1 0,0 1,2 0,-1-1,3 2,3-1,0-2,1 1,2-3,2 0,0-2,2-3,3-3,3-5,3-4,1-4,1-2,3-4,0-2,0 0,-1 1,-2 1,0 0,-2 0,-4 1,0 1,-2-1,-1 1,-3 1,-5 1,-5 2,-8 1,-7 2,-6 2,-1 2,-3 3,1 3,3 0,3 0,3 2,2 2,3 1,-1 1,2-1,1 0,2 1,4 1,0-1,2 0,2-1,2 1,3 0,1 0,0 1,-1 0,1 2,1-1,0-1,1-1,1-2,4-4,3-3,3-1,1-6,2-2,4-4,3-5,3-6,3-6,-2-2,-1-2,-1 4,-1 2,-4 2,-4 1,-1 3,-3 3,-1 0,-2 3,-1 0,-3 1,-2 0,-4 3,-3 0,-4 2,-3 1,-2 3,0 0,0 4,-1 2,-2 1,-3 3,3 2,0 1,0 4,2 2,3-1,1 1,2-1,1-2,1 2,3-2,2 0,1-1,1-2,1 2,0 0,1 0,-1 0,2-4,3-2,3-2,3-3,3-1,2-5,3-2,3-6,1-1,5-2,4-1,0-1,-1 3,-1 1,-2 3,-4 2,-2 0,-2 0,-1-1,-4 2,-1-1,-2 2,-1 0,-1-1,-1-2,-2 1,-1-2,-2 0,-3 1,-4 2,-3 3,-4 1,-2 2,-1 1,-2 2,0 1,1 2,-1 1,2 2,-1 1,1 3,3 2,0 0,1 3,0-2,1 1,3 0,1 1,2 1,1-3,1 0,0-3,1 0,-1-1,1 0,1-3,0 0,2 0,3-1,0-2,3-2,1-1,2-1,2-1,2-2,2-3,1-3,3-3,0 0,-1 1,-1-2,0 0,-2-1,-5 1,0 1,-2-1,-2 1,-1 1,-1-1,-1 0,-2-1,-2-1,-3-1,-3 1,-4 1,-1 3,-4 1,-1 1,-3 3,-1 2,-2 2,-1 4,-3 3,-1 1,1 4,-1 3,1 3,1 2,0-2,3 3,2 1,2 2,0-1,2-1,2 1,1-1,1-1,1-1,3 1,2-1,1 1,2-2,2-4,2-5,1-2,2-2,0-3,4-1,1-1,2-3,1-1,-2-2,0-1,-1-2,1 0,0 0,1 0,-1-1,1-3,2 0,2-1,1-1,2-2,0 0,-2 0,-2 0,-2 1,0-1,0 3,-4 1,-1 1,-1 1,-2 0,0 0,-1 0,0 0,-2-1,2 3,-2-2,0-1,-2-2,0 0,-2-1,1 1,-1 1,-1 1,1 0,-2 0,-2 2,-3 3,-1 2,0 0,-2 1,-1 0,0 2,-1-2,1 0,-2 1,-1 0,1 1,-1 0,-2 1,-2 0,0 0,2 0,2 0,-1 0,1 1,0-1,0 1,0 2,1-1,-2 0,1-1,-1 0,-2 1,-2 3,0-1,0 2,2 2,2-2,0 1,1 1,1 1,-1-1,0-1,-1 1,0 3,1 1,3 0,1 0,3 0,0-1,2 1,1-2,0 1,0 2,2-1,0 1,1 0,0-2,1 1,0-1,2-2,1-1,-1 0,2-1,2-2,-1 0,2-1,2-1,2-1,1-1,0 0,0-1,-1-1,2 1,0 0,1 0,-2 0,0-2,-1-1,2-1,0 0,0 1,1 0,0 1,0-1,-1 1,0-2,1-1,-1 0,2 0,-1 2,-1-2,2 1,-1 1,0 0,-2 2,-1-1,-3-1,3 1,-2-2,0 1,-1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42:24.834"/>
    </inkml:context>
    <inkml:brush xml:id="br0">
      <inkml:brushProperty name="width" value="0.35" units="cm"/>
      <inkml:brushProperty name="height" value="2.1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850 521,'2'0,"4"0,3-2,5-3,6-3,8-3,10-2,12-4,6 0,6-2,3-2,2-1,-2-3,-5 1,-3 0,-8 2,-7 3,-5 2,-6 1,-5 2,-5 1,-3 2,-3 2,-5 1,-1 0,-1 1,-2 1,-1-2,-3 0,0-1,-2 0,-3-2,-6 3,-3 1,-2 3,-4 1,1 2,-3 1,-2 2,0 3,0 0,0-1,0 3,2 2,-1 1,0 1,1 2,2-1,1 1,2-1,1 1,-1 1,1 0,1 1,1-1,2-3,1 0,1 0,1-1,2 0,2 0,3 0,5-1,4-3,4-4,1-2,2-3,2-1,1-1,2-4,4-3,8-1,8-6,8 0,2-1,1 0,-5 1,-5 2,-9 4,-6 2,-4 2,-6 0,-4 0,-3 1,0 2,-3 1,-2-1,-3-1,0-2,-4 2,-2-1,-5 2,-2 1,-3 2,-3 3,0 4,-1 2,-1 2,0 4,0 0,-1 0,-2 3,2 2,1 2,1 0,3-1,-1 1,1-1,2-2,2 0,4-1,2-1,3-1,5-3,5-3,6-3,1-4,3-5,4-6,5-4,5-4,3-1,2-2,0 0,-2 1,-5 2,-3-1,-2 0,-6 2,-5 3,-2 2,-1 0,-3-1,-2 2,0 2,-2-1,-2 2,-1-1,-3 0,-4 1,-5 3,-2 2,-5 2,-2 4,-2 7,-2 4,0 2,2 3,2 2,3 3,3-2,1 0,3-2,4-3,2 0,1 1,0 1,1-1,1 0,2-2,3-3,2-2,4-4,6-3,2-1,1-3,1-2,3-2,-1-1,0-3,-1 0,-2-1,-1-1,1 2,-3 0,-1 0,-1 2,-3 0,-2 1,0 0,0 0,-2-2,-1-1,-3-1,-1 0,-1-1,-3 2,-2 3,-5 1,-2 3,-3 3,-3 4,-2 6,1 3,-1 2,0 2,1 2,0-1,1 0,4 0,4-1,3-2,3 0,2 1,1-1,1-1,1-1,3-4,2-1,4 0,1 0,5-2,4-2,4-2,5-1,5-1,2-1,-3 0,0-2,-4-3,-2-1,-5-1,-4 0,-3 0,-4 1,-3-2,-1 1,-2 1,-1-2,0 0,-2-2,-1 0,-1 0,-2 1,-1 1,-5 1,-1 2,-4 3,-6 2,-4 5,-2 4,-3 4,0 5,0 1,4 1,4 1,5-2,4-1,5-3,3-2,1 0,2 0,2 0,2-1,2-2,4-3,3-3,7-4,3-3,9-7,10-7,15-4,14-6,10-6,5 0,-3-4,-7 1,-13 1,-12 3,-14 5,-12 3,-6 3,-7 3,-3 2,-5 3,-1 1,-3-1,-1 1,-2-1,-3 1,-4 1,-3 2,-2 2,-1 3,-1 2,-4 4,-5 7,-4 4,-4 6,-4 9,-5 6,-5 12,-5 9,-3 10,-2 4,0 2,4-5,6-6,7-7,9-10,6-10,7-8,5-5,4-5,4-3,4-1,0-2,4-2,4-2,2-2,1-3,2-3,0-2,-2-1,0-2,-1-1,1-1,-2-2,-2-3,-3-4,-1-1,-1 0,-1 1,0 2,-4 0,-3 0,-2 3,-3-1,-3 0,-5-2,-2-2,-3 1,-2 0,-3 0,-1 0,1 4,0 4,2 3,2 4,1 2,3 3,3 3,5 2,1 4,3 0,2 1,2 3,3 1,2-2,0 0,1-1,1-2,1-1,1-2,1-1,3-1,1-1,3-2,1 0,1-2,2-2,3-4,1-1,2-3,3-1,1-4,2-6,-2-2,-2-3,-2-1,-4 0,-4 1,-5 2,-3 0,-3 3,-2 3,0 2,-1 2,-2 4,-2 1,-2 2,-3 2,-4 1,-3 2,-2 5,-4 3,-1 3,-2 7,2 3,3 4,1 0,3 0,2 1,4-3,3-1,4 0,2-3,1-2,3 0,3-2,2 0,4-2,3 0,2-3,1-1,1 0,4 1,-1 0,2-1,0-3,0-1,0-1,-3-2,2-1,-1 0,-1-1,-2-1,-3-2,-2-3,-1-2,-1 0,-3-2,-2 0,-2 0,-2 0,-2 0,-1 0,-2 1,-2 1,-1 2,-2 3,-2 2,0 1,-1 5,0 1,0 3,0 6,2 5,1 9,-4 12,-2 24,-1 27,-1 20,1 7,3-5,3-11,4-18,2-18,2-14,3-11,1-11,0-8,1-7,2-3,2-5,1-4,2-3,0-4,0-4,1-3,-1-3,0-5,-1 0,-2-3,-2-1,-3-1,-3 1,-3 1,-3-1,-5 3,-1 1,-5 0,-5-2,-3-1,-4-2,-2-3,0 0,0-1,1-1,-1-1,3-1,-1 2,2-1,1 4,4 3,2 1,3 3,1 4,5 4,2 3,0 3,1 2,-1 4,2 3,1 3,1 2,0 3,2 2,1-1,1 2,2 0,3-1,1 1,1-2,4 0,1-2,3-1,2-2,2-3,4-2,5-1,5-4,5-4,0-5,-1-6,-2-5,-1-5,-3-3,-5 0,-4 0,-6-3,-6 2,-4 0,-3 1,-4 0,-3 0,-4 1,-3 1,-1 0,0 3,-1 2,-1 3,1 2,1 3,1 5,1 4,-2 3,0 5,0 8,3 6,0 6,3 4,1 5,0 1,3 0,0 2,2 1,1 0,0 0,2 3,0-1,3-2,1-3,2-2,1-5,0-3,-1-3,-1-4,-1-3,2-3,0-3,3-2,1-2,-1-3,0-3,1-4,2-7,0-4,-2-5,-3-1,-3 0,-3-1,-2 0,-1 2,-2 4,-2 2,-5 0,-3 3,2 3,-2 3,0 3,-1 2,1 5,1 3,-1 4,0 7,-2 4,2 3,-1 4,3 4,3 3,2 1,3-2,1 1,1-3,0 0,1-2,1-3,1-1,2-3,-1-4,2-2,1-1,1-2,-1-1,1-4,0-1,3-3,1-2,-2-2,0-6,-2-2,-1-4,-1-3,-2-1,-2-1,0-1,-4 1,-4-2,-3-1,-5 1,-5 1,-5 3,-1 4,-1 5,-3 3,2 2,0 2,1 3,0 2,3 4,2 4,0 3,3 2,3 0,3 3,4 2,3-2,3-2,1-2,3 1,3-1,2-1,2-5,2-1,-1-1,1-2,2-2,1-2,-1-2,2 0,-1-3,0-2,-1-3,-3-4,-3-1,-2-3,-3-3,-1-2,-1-2,-3-1,-3-2,-4 2,-1 2,1 2,1 2,-2 2,-3 2,-1 1,1 1,-1 2,0 3,0 3,1 1,-1 3,1 3,0 3,1 2,2 3,1 1,0 0,2 2,2 0,2 1,2-1,2 2,0-2,2 0,2 0,3 0,4-2,1 0,1-1,1-3,1-2,-1-3,-1-2,2-1,-1-1,-1 0,-1-1,2 1,-2-3,-1-1,-1-3,-2-3,-2-2,-3-3,-1-2,-3 0,-3 0,-5-4,-2-1,-5 1,-5 3,-4 2,0 2,-1 4,0 3,1 3,2 2,0 3,1 4,2 2,3 4,3 5,1 2,3 1,2 2,2-2,2 2,2 2,1-1,1 0,2 0,2-3,3 0,0-2,0-2,2-2,0-1,2-1,2-2,-2-2,-1 0,0-3,0-1,0-2,0-1,-2-2,0 0,-2-3,-1-1,-2-4,-2-4,0-1,-3-1,-3-2,-1-2,-5 1,-5 2,-3 1,-1 0,-2 4,-1 3,0 4,0 2,-1 2,1 5,0 3,0 4,-2 2,0 3,2 2,2 1,1 3,2 0,2-1,3-1,3-3,1-1,3 1,1-1,2-1,2-2,0-1,1 0,2-3,3-3,2-2,2-2,0-2,2 0,0 0,0-2,-2-3,0-2,-2-1,-3-2,-1-2,-1-4,-2 1,0 0,0 0,-2 1,-3-2,-4 0,-3 1,-3 1,-1 1,-2 2,-2 0,1 0,0 3,0 0,1 1,2 3,2 1,1 2,2 0,2 3,3 3,2 3,2 5,2 4,0 2,2 1,3 2,2-2,1 0,2-3,1-3,0-2,2-4,0-3,0-2,0-4,-1-3,0-3,-3-4,-3-3,-2-2,-1-1,-3 1,0-2,-4 0,-3-1,-4 0,0 3,-2 1,-2 2,0 2,-2 2,-1 2,-1 4,-2 2,1 5,2 3,2 1,0 2,3 3,1 3,0 2,2 1,-1 2,3 0,1-1,4-1,2-3,3-3,2-3,2-3,3-1,0-2,2-2,-1-1,2-3,-1 0,1-5,2-1,-3-3,-1 0,-2-2,-1-1,-1-2,-2-1,-2-2,-3 1,-1 0,-4 1,-2 1,-3 1,-2 2,-3 2,-2 0,0 3,0 1,-3 1,-1 2,-1 2,-1 0,1 2,1 2,0 4,3 2,3 2,0 4,1 0,3 1,4 1,1-3,2 1,2-1,1 2,1-1,3-2,2-3,3-4,3-2,4-2,4-1,-1 0,2-4,-2-3,-1-3,-2 0,0-3,-1-1,-3-1,-1-1,-4 2,-2-2,-1 1,-2 1,-3 0,-4-1,-3 2,-4 0,-4 1,-4 1,-2 0,-4 3,-3 0,1 1,-3 3,0 1,0 4,2 2,0 4,3 3,3 3,5 0,4 0,3-1,2 0,2 2,3-1,3 0,1-1,2 0,2 0,3-3,0-1,2-2,0-1,0-1,1 0,2-1,1-1,2-2,0-1,0-1,0-2,0-4,1-3,2-2,0-3,-1-3,-3-1,-2 1,-2-2,-3-1,-2 0,-2-2,-1 0,-3-2,-6 2,-5 1,-5 1,-3 1,-3 2,-4 3,-4 3,-2 3,-1 3,-2 3,-1 3,0 2,3 5,3 3,3 1,3 4,3 0,5 0,4-1,5 0,3-1,4-1,4 0,5-2,4-3,3-2,4-2,1-1,5-1,4-2,6-1,1-2,2-1,-1-4,0-2,-3 2,-4-2,-2-1,-2-1,-4-2,-3 2,-3-1,-3-3,-3 0,-1 0,-3-2,-2 2,-3 0,-3-1,-3 1,0 1,-3-2,-1 2,0 3,-1 5,1 3,-1 2,1 3,2 3,0 3,3 4,1 4,3 2,0 2,2 1,0 0,2 1,3-1,1 0,3 0,-1 1,0-2,1 0,0 0,1-4,0-2,2-1,3-3,0-2,2-1,-1-3,1 0,1-1,1-4,-1-2,0-2,-3-3,-2-1,-2-1,0-5,-3-1,-2-2,-3-4,-3 2,-3-2,-4 1,0 0,-2 3,-2 2,-1 2,0 3,0 1,1 2,0 2,2 0,0 1,1 3,1 4,0 3,2 6,1 5,1 3,1 1,2 2,0 0,0 0,2-1,1 3,1-1,3 2,0 0,4 3,2-2,-2-3,1-1,0-4,1-2,-3-3,0-1,2-4,-1-2,2-1,0-2,2-2,2-3,0-4,-2-4,-2-5,-3-3,-2-4,-3-1,-2-1,-4 0,-3-1,-4 3,-5 0,-2 1,0 2,0 6,0 3,1 0,2 1,1 2,1 3,3 1,-1 1,1 4,1 3,-1 4,2 2,1 3,1 2,2 3,0 1,1 2,2 1,0 0,1-3,1 0,1-2,3 1,-1 0,-2-2,1-3,1-2,1-2,0-2,2-2,0-6,3-5,0-5,0-6,-1-7,-1-4,-4-2,-2-2,-3 0,-1 0,-3 3,-2 0,-3 1,-2 2,-1 4,-1 2,2 1,0 5,2 2,2 3,0 2,1 6,1 4,2 6,0 3,0 4,1 3,0 2,0 4,1 3,-1-2,0 2,0-3,0-1,0-1,0-3,0 1,0-3,0-1,0-2,0-1,0-5,2-7,2-6,2-11,1-9,-2-7,-1-3,1-2,-1-1,-1 3,-1 3,-1 4,-1 6,0 4,0 3,2 6,0-1,2 1,2 0,0 0,0 0,2-1,-1 1,0 1,1 1,1 2,-2-1,1 0,0 1,1-1,0 0,1 1,0 1,1 0,0 0,-1 2,1 1,0 1,-1-2,1 1,0-2,1-2,1 0,2 0,1-2,3 1,0 2,2-1,-2 2,-3-1,-3 0,-1 1,-1 0,0 0,3 1,-1 0,1-1,1-1,-1-1,0 0,-1 1,-1 2,0 1,-2 1,1 0,-2 3,-3 3,-2 1,-2 3,-1 1,-1 0,-2 1,-1 0,0 0,-1-2,0 2,-1 0,0 0,0 0,-4 2,-1 0,-2 0,-1 2,-3 1,-2 0,0-3,0 0,1 0,1-1,2-2,0-1,2-1,1-1,1 0,1-1,-1 0,0 0,-2 2,-1-1,-1-1,-1-3,3 1,1 0,-1 0,0 1,0-2,0-1,1 0,0-1,0-1,0 0,0 0,1 0,-1-2,3-3,1-2,3-1,2-2,3 0,3-1,1-2,1 0,2 1,1 2,1-1,0 0,1 2,-2-3,1 0,1 2,-1 1,-1-1,1 3,0-1,-1 1,1-2,0 2,0 1,0 1,2-1,1 0,-2 0,1 0,0 2,0 0,1 0,-1-1,1 0,-1 2,1-1,0-2,1-1,0 0,0 0,0 1,0 1,1 0,1 1,0-1,-1 1,0-1,0 0,-1 1,1 0,-1 0,0 1,-2 1,0-1,1 0,-1-2,-2 1,2-1,0 0,0 1,0 1,0 0,-1 0,0-2,-1 1,1 1,0-1,-1 0,1 1,-1 1,1 0,-1 2,3-1,0 1,-1 0,1 1,-1-1,-1 0,0 0,0 0,0 0,-1 0,0 0,1 0,0 0,-1 0,-1 2,-1 0,0 2,1 0,0 0,1-1,0-2,1 0,-1 2,1-1,1 2,1 0,0-1,0 0,-1-1,-1-2,0 1,0-1,0 0,-1 0,0-1,3 1,0 0,-1 0,1 0,-1 0,-1 0,0 0,0 0,1 0,1 0,2 0,0-2,-1 0,1 0,-1 0,2 1,-1 0,-1 0,1 1,0 0,-1 0,-2 0,0 0,-1-1,0-2,0 1,-1 0,1 1,-1 0,0 1,1 0,-1 0,1 0,0 0,-1 0,1 0,-1 0,1 0,-2 2,-1 0,0 2,1 1,0-2,-1 2,0-1,-2 1,-1 1,0 2,-1 1,-2 1,0 1,-1-1,0 1,-1 0,0 0,0 0,0-1,-2 1,-1 0,-1-3,-1 1,2-1,0 0,-1 0,-1-3,0 1,-1 0,-1 0,-1-2,0 1,1-1,-2-1,0 0,0-2,-1-2,0-3,-1-1,0-3,2-2,1-3,0-1,-1 2,1-1,3-1,1-3,0-1,1-2,0 2,2-1,0 1,0 3,1 1,2 3,2 4,3 5,0 4,0 2,-1 2,-1 2,-2 1,-1 2,1-1,2 0,-1 0,2 1,-1 0,-1 1,-1-1,1 2,-1 0,1 2,2 1,0 1,1 2,-2 2,0 0,-1 1,2 2,0 0,-2-1,0-4,-3-3,2 0,0-2,1-1,0 1,-1 2,0 1,-2 0,0-1,-1 0,0 1,-2 1,0 2,0 0,-2 1,0-2,-1-2,0-2,0-2,0-1,-1 0,1 1,-1 0,1-1,-1-1,1 0,1 0,2 0,-1-1,-2 3,0-1,-1 1,1 1,-1-1,-1 0,-2 2,2 1,-1 1,0-1,0-2,0-1,2-2,0 1,2-2,-2 1,0-3,0 0,2 0,-1-1,1 0,-1-2,0 1,0-1,-2-1,-1-1,1-4,1-2,2-4,2-1,0-4,4-1,2-4,3-3,2-4,1-1,0-2,-1 1,0 1,-2 1,-2 1,0 3,-1 3,1 0,-1 2,1 2,0-1,-2-2,0 0,-1 2,-2 0,1 2,-1 0,-1 1,1 1,0-1,0 1,0 0,0-1,0 1,0-1,0 1,0-1,0 4,-2 3,-1 4,1 6,-2 3,1 4,0 2,0-1,2 2,0 1,0 0,0-1,-2 0,1-1,-1-1,-1 0,-1 1,1 0,0 0,2-1,0 1,-1-2,1 0,-3-1,1 1,1-1,1-1,-2 2,1 0,-2-2,1-1,0-1,0-1,0-1,1 1,1 0,-1-1,0 0,-1 1,-2-1,0 2,1 1,2 1,-1 0,0 0,-1-2,1 0,1-1,0 1,0 1,0-1,-2 0,1-1,1 0,-1 1,0 0,-1-1,0 0,2 0,-2 1,1 0,1 1,-1 0,1 1,-2 0,0-1,2 1,-1-2,0-1,-1-1,0-1,0 1,-2-1,1 1,-1-2,1 1,0-1,-1-1,-1-2,1 2,-1-1,0 1,-1 2,0 0,-1-1,0-2,1 1,1-1,1 2,1-1,-2 0,0-2,1 1,-2 0,-1 2,-1-1,0 1,-2 0,-1-1,1 0,0 2,-1 0,1-2,-3 1,1 1,1 0,1 0,1 0,0-2,2-1,-1-2,0 0,1-1,0 2,-1 0,1 0,-1 0,1-1,-1 0,1-1,-1 1,0-1,1-1,-1 1,1 0,-1 0,0 0,1 0,-1 0,1 0,-1 0,1 0,-3 0,0 0,0 0,1 0,0 0,1 0,0 0,0 0,0 0,1 0,-1 0,1 0,-1 0,1 0,-1 0,1 0,-1 0,1 0,1-2,-1 0,-1-2,0-1,0 0,0 0,0 1,0 1,2-1,-1 1,1-1,0 0,1 0,-2 2,1-1,-1-1,1 0,1 0,0 0,-1 0,0 0,-1-1,0-1,-1 0,2-1,1 1,1 0,1 1,-1-1,1-1,1-1,0 1,1-2,-1-2,-1 0,0 0,-1 0,2-2,-1 1,0 1,1-1,-2 1,-1 1,0 1,1-1,-1 0,1 0,0 1,1 1,0 0,-1-1,1 0,-1-1,1 0,2-2,-1-1,2 0,0 1,1 0,-1 2,0 1,-2 1,1-1,-1 1,0 1,2-1,-2 2,1-1,-1-2,0-2,2-1,0 1,0-1,0 1,0-1,1 0,1-1,1 0,-1 0,1 1,1 1,-1 0,0 0,0 1,0-1,2 1,0-1,2 1,1-1,-2 1,2-3,-1 1,1-1,0 0,0 1,0 1,-1 0,0 2,0 1,1 0,1 1,0 0,1 0,0 0,0 0,0 2,1 0,-1 1,0-2,0 1,2 1,-2 2,1 3,-2 2,-1 3,-2 1,-2 5,0 2,-1 2,0 1,0 3,-3 0,1 2,-3 3,1-1,0 0,0 0,0 0,0 1,2 1,-1 1,0 0,0 2,1-1,1 0,1 1,-1 1,1-3,1-3,-1-3,2-2,0 0,2 0,2-2,2-1,1-2,1-2,1-2,0-4,0-2,2-4,-2-3,0-2,-1-1,0-4,0 0,2-3,3-4,-2 0,1-3,0-2,1-2,0-1,-2-1,0 0,0-1,-4 2,0 0,-3 3,-1-1,-3-1,0 1,-2-1,0 0,-1 3,1 0,0 3,-1 1,1-1,0 2,0-3,0-1,0 0,0 1,2 0,2-1,2 0,3 1,-1 2,0 1,2 0,2 1,0 0,1 2,2 3,-2 0,0 3,-1 1,2 3,1 3,2 2,-2 2,1 5,0 1,0 4,-2 0,0 3,-2 2,2 1,-1-1,-2-1,-1-2,-1 1,0 1,1-2,-2 3,0 2,0 2,-2-1,-1 1,1 1,-2-2,-1 0,1 0,-1 1,2-1,-1-1,0-1,0-1,0-2,1-2,-1 0,0 0,-2-2,0-1,1-2,-1-1,2-3,0 1,1-2,2-2,1-1,1-2,1-2,1-2,0-3,0-1,-2-1,-1-3,2-3,2 1,-1 0,-1-2,-3 0,0-1,-2 1,-1 1,-2 0,-1 0,-1 0,0 0,0 1,-1 1,1 1,0 0,-2 1,-2 1,-3-1,-1 3,-2-2,0 0,-3 0,-2 2,-1-1,1 2,1 1,-1 1,-1 1,0 1,0 1,-4 1,0 2,-1 3,-4 3,-2-1,0 2,1 0,1 3,1 1,1 1,3-2,1 0,4 1,2-1,3-1,0 0,2 2,3-1,1 0,3 0,2 0,3-2,5-3,2-2,3-1,1-2,1-1,4-2,2-3,2-4,3-2,2-4,2-3,-1 0,-1-4,-1-3,-1-2,-3-3,-1 3,-3-2,-3 0,-4 3,-5 1,-3-1,-3 0,-1-1,-2 2,-2 1,-2 3,-2 1,-4 3,1 2,-3 3,-1 3,-3 2,0 3,-1 1,-1 4,0 3,0 5,1 2,-1 1,-2 3,-2 3,0 3,1 3,-1 1,3 2,1 0,1 0,5 2,2-2,1 0,3-2,0-4,2-1,1-3,2 0,1 1,0-2,1-1,0-2,1 0,1-4,2 0,3-1,1-1,2-3,0-1,3-1,4-3,3-1,3-5,4-1,2-5,1-2,-1-1,-4-2,-1-2,-4-2,-3 0,-4 2,-3 0,-3 1,-3 1,-2 0,-4 0,-5 3,-2-1,-4 0,-4 1,-5 1,-5 0,0 2,-4 1,-1 2,0 2,3 1,1 1,-1 2,2 0,1 2,2 1,1 2,1 2,1 1,1 1,2 3,-1 4,0 3,1-1,2 3,0 3,-1 1,1 3,1 3,2 3,0 2,4-2,2-2,1 0,2-4,1-1,1-4,2-2,-1-1,1-3,1-1,-1 0,2 0,2 0,3-3,1-2,4-4,2-1,4-2,3-3,4-3,2-4,3-2,5-3,1-3,-2-2,2-1,0-1,-2-1,-1 1,-3-3,-3-2,-5-2,-3 2,-1 0,-3 1,-3-1,-1 2,-3 0,-2 1,-3 2,-1 1,-4 2,0 2,-3 3,-2 3,-3 3,-2 3,-2 2,-5 2,-4 3,-1 6,-3 7,-2 1,-1 5,-1 3,1 1,0 1,2 2,-2 4,1 0,0 3,3 0,6 0,4-3,4-4,1-2,4-3,2-4,2-1,1-2,2-3,0 0,1 0,1-1,1 0,1-4,3 0,1-1,3-1,1-2,3-2,3-1,7-1,4-3,8-4,5-7,4-7,3-4,0-5,-1-2,-3-1,-5-1,-6 1,-5 2,-4 3,-4 2,-4 0,-4 0,-3 2,-2 2,-2 0,-2 2,-2 3,-2 2,1 2,-4 0,-1 2,-5 0,-4 1,-1 3,-5 4,-5 4,-4 6,-5 4,-4 5,-6 4,-4 4,0 5,-3 3,-3 5,-2 3,0 3,1 0,3 2,4-3,5 0,5-3,7-4,3-5,6-4,6-3,3-3,3-3,2-1,1-3,1-2,2 1,1 1,1-2,1 0,2-2,0-3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42:34.441"/>
    </inkml:context>
    <inkml:brush xml:id="br0">
      <inkml:brushProperty name="width" value="0.35" units="cm"/>
      <inkml:brushProperty name="height" value="2.1" units="cm"/>
      <inkml:brushProperty name="color" value="#333333"/>
      <inkml:brushProperty name="ignorePressure" value="1"/>
      <inkml:brushProperty name="inkEffects" value="pencil"/>
    </inkml:brush>
  </inkml:definitions>
  <inkml:trace contextRef="#ctx0" brushRef="#br0">207 342,'-4'0,"-8"4,-8 4,-3 5,-4 4,1 0,1 1,4 2,3 0,4-1,5 0,4-2,3-2,2 1,2-2,3 2,3-3,1-2,1-2,1-1,0-2,2-1,2 0,3 0,-1 0,1-2,-1-1,2 2,3-1,4 1,-2 0,1 0,-1-2,-1 0,2-1,1-3,-3 0,-2-2,-1-3,-1-1,-3-3,0-1,-2-1,0-2,-3 0,-4 0,-1-3,-1 1,-2 2,-1-1,-5 2,-4 3,-3 2,-7 3,-3 3,-4 1,-3 1,-3 4,3 1,0 2,1 2,1 4,5 3,3 1,1-2,3 0,1 0,1-3,1 0,1 0,3 1,3 1,1 0,1 0,3-2,2-3,3-3,4-2,1-4,3-3,6-7,10-8,14-10,17-11,15-11,9-8,-1-5,-4 2,-15 9,-13 9,-14 5,-10 7,-10 7,-6 5,-4 3,-3 1,-3 1,-3 1,-4 2,-5 0,-4 2,-2 1,-4 3,-4 2,-1 2,-3 1,-1 1,-1 0,1 3,-2 1,2 3,3 4,3 1,0-1,4 1,2 2,0 3,0 1,0 0,0 1,2-1,0 0,1 0,0 1,2 0,-1-1,3 2,3-1,0-2,1 1,2-3,2 0,0-2,2-3,3-3,3-5,3-4,1-4,1-2,3-4,0-2,0 0,-1 1,-2 1,0 0,-2 0,-4 1,0 1,-2-1,-1 1,-3 1,-5 1,-5 2,-8 1,-7 2,-6 2,-1 2,-3 3,1 3,3 0,3 0,3 2,2 2,3 1,-1 1,2-1,1 0,2 1,4 1,0-1,2 0,2-1,2 1,3 0,1 0,0 1,-1 0,1 2,1-1,0-1,1-1,1-2,4-4,3-3,3-1,1-6,2-2,4-4,3-5,3-6,3-6,-2-2,-1-2,-1 4,-1 2,-4 2,-4 1,-1 3,-3 3,-1 0,-2 3,-1 0,-3 1,-2 0,-4 3,-3 0,-4 2,-3 1,-2 3,0 0,0 4,-1 2,-2 1,-3 3,3 2,0 1,0 4,2 2,3-1,1 1,2-1,1-2,1 2,3-2,2 0,1-1,1-2,1 2,0 0,1 0,-1 0,2-4,3-2,3-2,3-3,3-1,2-5,3-2,3-6,1-1,5-2,4-1,0-1,-1 3,-1 1,-2 3,-4 2,-2 0,-2 0,-1-1,-4 2,-1-1,-2 2,-1 0,-1-1,-1-2,-2 1,-1-2,-2 0,-3 1,-4 2,-3 3,-4 1,-2 2,-1 1,-2 2,0 1,1 2,-1 1,2 2,-1 1,1 3,3 2,0 0,1 3,0-2,1 1,3 0,1 1,2 1,1-3,1 0,0-3,1 0,-1-1,1 0,1-3,0 0,2 0,3-1,0-2,3-2,1-1,2-1,2-1,2-2,2-3,1-3,3-3,0 0,-1 1,-1-2,0 0,-2-1,-5 1,0 1,-2-1,-2 1,-1 1,-1-1,-1 0,-2-1,-2-1,-3-1,-3 1,-4 1,-1 3,-4 1,-1 1,-3 3,-1 2,-2 2,-1 4,-3 3,-1 1,1 4,-1 3,1 3,1 2,0-2,3 3,2 1,2 2,0-1,2-1,2 1,1-1,1-1,1-1,3 1,2-1,1 1,2-2,2-4,2-5,1-2,2-2,0-3,4-1,1-1,2-3,1-1,-2-2,0-1,-1-2,1 0,0 0,1 0,-1-1,1-3,2 0,2-1,1-1,2-2,0 0,-2 0,-2 0,-2 1,0-1,0 3,-4 1,-1 1,-1 1,-2 0,0 0,-1 0,0 0,-2-1,2 3,-2-2,0-1,-2-2,0 0,-2-1,1 1,-1 1,-1 1,1 0,-2 0,-2 2,-3 3,-1 2,0 0,-2 1,-1 0,0 2,-1-2,1 0,-2 1,-1 0,1 1,-1 0,-2 1,-2 0,0 0,2 0,2 0,-1 0,1 1,0-1,0 1,0 2,1-1,-2 0,1-1,-1 0,-2 1,-2 3,0-1,0 2,2 2,2-2,0 1,1 1,1 1,-1-1,0-1,-1 1,0 3,1 1,3 0,1 0,3 0,0-1,2 1,1-2,0 1,0 2,2-1,0 1,1 0,0-2,1 1,0-1,2-2,1-1,-1 0,2-1,2-2,-1 0,2-1,2-1,2-1,1-1,0 0,0-1,-1-1,2 1,0 0,1 0,-2 0,0-2,-1-1,2-1,0 0,0 1,1 0,0 1,0-1,-1 1,0-2,1-1,-1 0,2 0,-1 2,-1-2,2 1,-1 1,0 0,-2 2,-1-1,-3-1,3 1,-2-2,0 1,-1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10:42:34.442"/>
    </inkml:context>
    <inkml:brush xml:id="br0">
      <inkml:brushProperty name="width" value="0.35" units="cm"/>
      <inkml:brushProperty name="height" value="2.1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850 521,'2'0,"4"0,3-2,5-3,6-3,8-3,10-2,12-4,6 0,6-2,3-2,2-1,-2-3,-5 1,-3 0,-8 2,-7 3,-5 2,-6 1,-5 2,-5 1,-3 2,-3 2,-5 1,-1 0,-1 1,-2 1,-1-2,-3 0,0-1,-2 0,-3-2,-6 3,-3 1,-2 3,-4 1,1 2,-3 1,-2 2,0 3,0 0,0-1,0 3,2 2,-1 1,0 1,1 2,2-1,1 1,2-1,1 1,-1 1,1 0,1 1,1-1,2-3,1 0,1 0,1-1,2 0,2 0,3 0,5-1,4-3,4-4,1-2,2-3,2-1,1-1,2-4,4-3,8-1,8-6,8 0,2-1,1 0,-5 1,-5 2,-9 4,-6 2,-4 2,-6 0,-4 0,-3 1,0 2,-3 1,-2-1,-3-1,0-2,-4 2,-2-1,-5 2,-2 1,-3 2,-3 3,0 4,-1 2,-1 2,0 4,0 0,-1 0,-2 3,2 2,1 2,1 0,3-1,-1 1,1-1,2-2,2 0,4-1,2-1,3-1,5-3,5-3,6-3,1-4,3-5,4-6,5-4,5-4,3-1,2-2,0 0,-2 1,-5 2,-3-1,-2 0,-6 2,-5 3,-2 2,-1 0,-3-1,-2 2,0 2,-2-1,-2 2,-1-1,-3 0,-4 1,-5 3,-2 2,-5 2,-2 4,-2 7,-2 4,0 2,2 3,2 2,3 3,3-2,1 0,3-2,4-3,2 0,1 1,0 1,1-1,1 0,2-2,3-3,2-2,4-4,6-3,2-1,1-3,1-2,3-2,-1-1,0-3,-1 0,-2-1,-1-1,1 2,-3 0,-1 0,-1 2,-3 0,-2 1,0 0,0 0,-2-2,-1-1,-3-1,-1 0,-1-1,-3 2,-2 3,-5 1,-2 3,-3 3,-3 4,-2 6,1 3,-1 2,0 2,1 2,0-1,1 0,4 0,4-1,3-2,3 0,2 1,1-1,1-1,1-1,3-4,2-1,4 0,1 0,5-2,4-2,4-2,5-1,5-1,2-1,-3 0,0-2,-4-3,-2-1,-5-1,-4 0,-3 0,-4 1,-3-2,-1 1,-2 1,-1-2,0 0,-2-2,-1 0,-1 0,-2 1,-1 1,-5 1,-1 2,-4 3,-6 2,-4 5,-2 4,-3 4,0 5,0 1,4 1,4 1,5-2,4-1,5-3,3-2,1 0,2 0,2 0,2-1,2-2,4-3,3-3,7-4,3-3,9-7,10-7,15-4,14-6,10-6,5 0,-3-4,-7 1,-13 1,-12 3,-14 5,-12 3,-6 3,-7 3,-3 2,-5 3,-1 1,-3-1,-1 1,-2-1,-3 1,-4 1,-3 2,-2 2,-1 3,-1 2,-4 4,-5 7,-4 4,-4 6,-4 9,-5 6,-5 12,-5 9,-3 10,-2 4,0 2,4-5,6-6,7-7,9-10,6-10,7-8,5-5,4-5,4-3,4-1,0-2,4-2,4-2,2-2,1-3,2-3,0-2,-2-1,0-2,-1-1,1-1,-2-2,-2-3,-3-4,-1-1,-1 0,-1 1,0 2,-4 0,-3 0,-2 3,-3-1,-3 0,-5-2,-2-2,-3 1,-2 0,-3 0,-1 0,1 4,0 4,2 3,2 4,1 2,3 3,3 3,5 2,1 4,3 0,2 1,2 3,3 1,2-2,0 0,1-1,1-2,1-1,1-2,1-1,3-1,1-1,3-2,1 0,1-2,2-2,3-4,1-1,2-3,3-1,1-4,2-6,-2-2,-2-3,-2-1,-4 0,-4 1,-5 2,-3 0,-3 3,-2 3,0 2,-1 2,-2 4,-2 1,-2 2,-3 2,-4 1,-3 2,-2 5,-4 3,-1 3,-2 7,2 3,3 4,1 0,3 0,2 1,4-3,3-1,4 0,2-3,1-2,3 0,3-2,2 0,4-2,3 0,2-3,1-1,1 0,4 1,-1 0,2-1,0-3,0-1,0-1,-3-2,2-1,-1 0,-1-1,-2-1,-3-2,-2-3,-1-2,-1 0,-3-2,-2 0,-2 0,-2 0,-2 0,-1 0,-2 1,-2 1,-1 2,-2 3,-2 2,0 1,-1 5,0 1,0 3,0 6,2 5,1 9,-4 12,-2 24,-1 27,-1 20,1 7,3-5,3-11,4-18,2-18,2-14,3-11,1-11,0-8,1-7,2-3,2-5,1-4,2-3,0-4,0-4,1-3,-1-3,0-5,-1 0,-2-3,-2-1,-3-1,-3 1,-3 1,-3-1,-5 3,-1 1,-5 0,-5-2,-3-1,-4-2,-2-3,0 0,0-1,1-1,-1-1,3-1,-1 2,2-1,1 4,4 3,2 1,3 3,1 4,5 4,2 3,0 3,1 2,-1 4,2 3,1 3,1 2,0 3,2 2,1-1,1 2,2 0,3-1,1 1,1-2,4 0,1-2,3-1,2-2,2-3,4-2,5-1,5-4,5-4,0-5,-1-6,-2-5,-1-5,-3-3,-5 0,-4 0,-6-3,-6 2,-4 0,-3 1,-4 0,-3 0,-4 1,-3 1,-1 0,0 3,-1 2,-1 3,1 2,1 3,1 5,1 4,-2 3,0 5,0 8,3 6,0 6,3 4,1 5,0 1,3 0,0 2,2 1,1 0,0 0,2 3,0-1,3-2,1-3,2-2,1-5,0-3,-1-3,-1-4,-1-3,2-3,0-3,3-2,1-2,-1-3,0-3,1-4,2-7,0-4,-2-5,-3-1,-3 0,-3-1,-2 0,-1 2,-2 4,-2 2,-5 0,-3 3,2 3,-2 3,0 3,-1 2,1 5,1 3,-1 4,0 7,-2 4,2 3,-1 4,3 4,3 3,2 1,3-2,1 1,1-3,0 0,1-2,1-3,1-1,2-3,-1-4,2-2,1-1,1-2,-1-1,1-4,0-1,3-3,1-2,-2-2,0-6,-2-2,-1-4,-1-3,-2-1,-2-1,0-1,-4 1,-4-2,-3-1,-5 1,-5 1,-5 3,-1 4,-1 5,-3 3,2 2,0 2,1 3,0 2,3 4,2 4,0 3,3 2,3 0,3 3,4 2,3-2,3-2,1-2,3 1,3-1,2-1,2-5,2-1,-1-1,1-2,2-2,1-2,-1-2,2 0,-1-3,0-2,-1-3,-3-4,-3-1,-2-3,-3-3,-1-2,-1-2,-3-1,-3-2,-4 2,-1 2,1 2,1 2,-2 2,-3 2,-1 1,1 1,-1 2,0 3,0 3,1 1,-1 3,1 3,0 3,1 2,2 3,1 1,0 0,2 2,2 0,2 1,2-1,2 2,0-2,2 0,2 0,3 0,4-2,1 0,1-1,1-3,1-2,-1-3,-1-2,2-1,-1-1,-1 0,-1-1,2 1,-2-3,-1-1,-1-3,-2-3,-2-2,-3-3,-1-2,-3 0,-3 0,-5-4,-2-1,-5 1,-5 3,-4 2,0 2,-1 4,0 3,1 3,2 2,0 3,1 4,2 2,3 4,3 5,1 2,3 1,2 2,2-2,2 2,2 2,1-1,1 0,2 0,2-3,3 0,0-2,0-2,2-2,0-1,2-1,2-2,-2-2,-1 0,0-3,0-1,0-2,0-1,-2-2,0 0,-2-3,-1-1,-2-4,-2-4,0-1,-3-1,-3-2,-1-2,-5 1,-5 2,-3 1,-1 0,-2 4,-1 3,0 4,0 2,-1 2,1 5,0 3,0 4,-2 2,0 3,2 2,2 1,1 3,2 0,2-1,3-1,3-3,1-1,3 1,1-1,2-1,2-2,0-1,1 0,2-3,3-3,2-2,2-2,0-2,2 0,0 0,0-2,-2-3,0-2,-2-1,-3-2,-1-2,-1-4,-2 1,0 0,0 0,-2 1,-3-2,-4 0,-3 1,-3 1,-1 1,-2 2,-2 0,1 0,0 3,0 0,1 1,2 3,2 1,1 2,2 0,2 3,3 3,2 3,2 5,2 4,0 2,2 1,3 2,2-2,1 0,2-3,1-3,0-2,2-4,0-3,0-2,0-4,-1-3,0-3,-3-4,-3-3,-2-2,-1-1,-3 1,0-2,-4 0,-3-1,-4 0,0 3,-2 1,-2 2,0 2,-2 2,-1 2,-1 4,-2 2,1 5,2 3,2 1,0 2,3 3,1 3,0 2,2 1,-1 2,3 0,1-1,4-1,2-3,3-3,2-3,2-3,3-1,0-2,2-2,-1-1,2-3,-1 0,1-5,2-1,-3-3,-1 0,-2-2,-1-1,-1-2,-2-1,-2-2,-3 1,-1 0,-4 1,-2 1,-3 1,-2 2,-3 2,-2 0,0 3,0 1,-3 1,-1 2,-1 2,-1 0,1 2,1 2,0 4,3 2,3 2,0 4,1 0,3 1,4 1,1-3,2 1,2-1,1 2,1-1,3-2,2-3,3-4,3-2,4-2,4-1,-1 0,2-4,-2-3,-1-3,-2 0,0-3,-1-1,-3-1,-1-1,-4 2,-2-2,-1 1,-2 1,-3 0,-4-1,-3 2,-4 0,-4 1,-4 1,-2 0,-4 3,-3 0,1 1,-3 3,0 1,0 4,2 2,0 4,3 3,3 3,5 0,4 0,3-1,2 0,2 2,3-1,3 0,1-1,2 0,2 0,3-3,0-1,2-2,0-1,0-1,1 0,2-1,1-1,2-2,0-1,0-1,0-2,0-4,1-3,2-2,0-3,-1-3,-3-1,-2 1,-2-2,-3-1,-2 0,-2-2,-1 0,-3-2,-6 2,-5 1,-5 1,-3 1,-3 2,-4 3,-4 3,-2 3,-1 3,-2 3,-1 3,0 2,3 5,3 3,3 1,3 4,3 0,5 0,4-1,5 0,3-1,4-1,4 0,5-2,4-3,3-2,4-2,1-1,5-1,4-2,6-1,1-2,2-1,-1-4,0-2,-3 2,-4-2,-2-1,-2-1,-4-2,-3 2,-3-1,-3-3,-3 0,-1 0,-3-2,-2 2,-3 0,-3-1,-3 1,0 1,-3-2,-1 2,0 3,-1 5,1 3,-1 2,1 3,2 3,0 3,3 4,1 4,3 2,0 2,2 1,0 0,2 1,3-1,1 0,3 0,-1 1,0-2,1 0,0 0,1-4,0-2,2-1,3-3,0-2,2-1,-1-3,1 0,1-1,1-4,-1-2,0-2,-3-3,-2-1,-2-1,0-5,-3-1,-2-2,-3-4,-3 2,-3-2,-4 1,0 0,-2 3,-2 2,-1 2,0 3,0 1,1 2,0 2,2 0,0 1,1 3,1 4,0 3,2 6,1 5,1 3,1 1,2 2,0 0,0 0,2-1,1 3,1-1,3 2,0 0,4 3,2-2,-2-3,1-1,0-4,1-2,-3-3,0-1,2-4,-1-2,2-1,0-2,2-2,2-3,0-4,-2-4,-2-5,-3-3,-2-4,-3-1,-2-1,-4 0,-3-1,-4 3,-5 0,-2 1,0 2,0 6,0 3,1 0,2 1,1 2,1 3,3 1,-1 1,1 4,1 3,-1 4,2 2,1 3,1 2,2 3,0 1,1 2,2 1,0 0,1-3,1 0,1-2,3 1,-1 0,-2-2,1-3,1-2,1-2,0-2,2-2,0-6,3-5,0-5,0-6,-1-7,-1-4,-4-2,-2-2,-3 0,-1 0,-3 3,-2 0,-3 1,-2 2,-1 4,-1 2,2 1,0 5,2 2,2 3,0 2,1 6,1 4,2 6,0 3,0 4,1 3,0 2,0 4,1 3,-1-2,0 2,0-3,0-1,0-1,0-3,0 1,0-3,0-1,0-2,0-1,0-5,2-7,2-6,2-11,1-9,-2-7,-1-3,1-2,-1-1,-1 3,-1 3,-1 4,-1 6,0 4,0 3,2 6,0-1,2 1,2 0,0 0,0 0,2-1,-1 1,0 1,1 1,1 2,-2-1,1 0,0 1,1-1,0 0,1 1,0 1,1 0,0 0,-1 2,1 1,0 1,-1-2,1 1,0-2,1-2,1 0,2 0,1-2,3 1,0 2,2-1,-2 2,-3-1,-3 0,-1 1,-1 0,0 0,3 1,-1 0,1-1,1-1,-1-1,0 0,-1 1,-1 2,0 1,-2 1,1 0,-2 3,-3 3,-2 1,-2 3,-1 1,-1 0,-2 1,-1 0,0 0,-1-2,0 2,-1 0,0 0,0 0,-4 2,-1 0,-2 0,-1 2,-3 1,-2 0,0-3,0 0,1 0,1-1,2-2,0-1,2-1,1-1,1 0,1-1,-1 0,0 0,-2 2,-1-1,-1-1,-1-3,3 1,1 0,-1 0,0 1,0-2,0-1,1 0,0-1,0-1,0 0,0 0,1 0,-1-2,3-3,1-2,3-1,2-2,3 0,3-1,1-2,1 0,2 1,1 2,1-1,0 0,1 2,-2-3,1 0,1 2,-1 1,-1-1,1 3,0-1,-1 1,1-2,0 2,0 1,0 1,2-1,1 0,-2 0,1 0,0 2,0 0,1 0,-1-1,1 0,-1 2,1-1,0-2,1-1,0 0,0 0,0 1,0 1,1 0,1 1,0-1,-1 1,0-1,0 0,-1 1,1 0,-1 0,0 1,-2 1,0-1,1 0,-1-2,-2 1,2-1,0 0,0 1,0 1,0 0,-1 0,0-2,-1 1,1 1,0-1,-1 0,1 1,-1 1,1 0,-1 2,3-1,0 1,-1 0,1 1,-1-1,-1 0,0 0,0 0,0 0,-1 0,0 0,1 0,0 0,-1 0,-1 2,-1 0,0 2,1 0,0 0,1-1,0-2,1 0,-1 2,1-1,1 2,1 0,0-1,0 0,-1-1,-1-2,0 1,0-1,0 0,-1 0,0-1,3 1,0 0,-1 0,1 0,-1 0,-1 0,0 0,0 0,1 0,1 0,2 0,0-2,-1 0,1 0,-1 0,2 1,-1 0,-1 0,1 1,0 0,-1 0,-2 0,0 0,-1-1,0-2,0 1,-1 0,1 1,-1 0,0 1,1 0,-1 0,1 0,0 0,-1 0,1 0,-1 0,1 0,-2 2,-1 0,0 2,1 1,0-2,-1 2,0-1,-2 1,-1 1,0 2,-1 1,-2 1,0 1,-1-1,0 1,-1 0,0 0,0 0,0-1,-2 1,-1 0,-1-3,-1 1,2-1,0 0,-1 0,-1-3,0 1,-1 0,-1 0,-1-2,0 1,1-1,-2-1,0 0,0-2,-1-2,0-3,-1-1,0-3,2-2,1-3,0-1,-1 2,1-1,3-1,1-3,0-1,1-2,0 2,2-1,0 1,0 3,1 1,2 3,2 4,3 5,0 4,0 2,-1 2,-1 2,-2 1,-1 2,1-1,2 0,-1 0,2 1,-1 0,-1 1,-1-1,1 2,-1 0,1 2,2 1,0 1,1 2,-2 2,0 0,-1 1,2 2,0 0,-2-1,0-4,-3-3,2 0,0-2,1-1,0 1,-1 2,0 1,-2 0,0-1,-1 0,0 1,-2 1,0 2,0 0,-2 1,0-2,-1-2,0-2,0-2,0-1,-1 0,1 1,-1 0,1-1,-1-1,1 0,1 0,2 0,-1-1,-2 3,0-1,-1 1,1 1,-1-1,-1 0,-2 2,2 1,-1 1,0-1,0-2,0-1,2-2,0 1,2-2,-2 1,0-3,0 0,2 0,-1-1,1 0,-1-2,0 1,0-1,-2-1,-1-1,1-4,1-2,2-4,2-1,0-4,4-1,2-4,3-3,2-4,1-1,0-2,-1 1,0 1,-2 1,-2 1,0 3,-1 3,1 0,-1 2,1 2,0-1,-2-2,0 0,-1 2,-2 0,1 2,-1 0,-1 1,1 1,0-1,0 1,0 0,0-1,0 1,0-1,0 1,0-1,0 4,-2 3,-1 4,1 6,-2 3,1 4,0 2,0-1,2 2,0 1,0 0,0-1,-2 0,1-1,-1-1,-1 0,-1 1,1 0,0 0,2-1,0 1,-1-2,1 0,-3-1,1 1,1-1,1-1,-2 2,1 0,-2-2,1-1,0-1,0-1,0-1,1 1,1 0,-1-1,0 0,-1 1,-2-1,0 2,1 1,2 1,-1 0,0 0,-1-2,1 0,1-1,0 1,0 1,0-1,-2 0,1-1,1 0,-1 1,0 0,-1-1,0 0,2 0,-2 1,1 0,1 1,-1 0,1 1,-2 0,0-1,2 1,-1-2,0-1,-1-1,0-1,0 1,-2-1,1 1,-1-2,1 1,0-1,-1-1,-1-2,1 2,-1-1,0 1,-1 2,0 0,-1-1,0-2,1 1,1-1,1 2,1-1,-2 0,0-2,1 1,-2 0,-1 2,-1-1,0 1,-2 0,-1-1,1 0,0 2,-1 0,1-2,-3 1,1 1,1 0,1 0,1 0,0-2,2-1,-1-2,0 0,1-1,0 2,-1 0,1 0,-1 0,1-1,-1 0,1-1,-1 1,0-1,1-1,-1 1,1 0,-1 0,0 0,1 0,-1 0,1 0,-1 0,1 0,-3 0,0 0,0 0,1 0,0 0,1 0,0 0,0 0,0 0,1 0,-1 0,1 0,-1 0,1 0,-1 0,1 0,-1 0,1 0,1-2,-1 0,-1-2,0-1,0 0,0 0,0 1,0 1,2-1,-1 1,1-1,0 0,1 0,-2 2,1-1,-1-1,1 0,1 0,0 0,-1 0,0 0,-1-1,0-1,-1 0,2-1,1 1,1 0,1 1,-1-1,1-1,1-1,0 1,1-2,-1-2,-1 0,0 0,-1 0,2-2,-1 1,0 1,1-1,-2 1,-1 1,0 1,1-1,-1 0,1 0,0 1,1 1,0 0,-1-1,1 0,-1-1,1 0,2-2,-1-1,2 0,0 1,1 0,-1 2,0 1,-2 1,1-1,-1 1,0 1,2-1,-2 2,1-1,-1-2,0-2,2-1,0 1,0-1,0 1,0-1,1 0,1-1,1 0,-1 0,1 1,1 1,-1 0,0 0,0 1,0-1,2 1,0-1,2 1,1-1,-2 1,2-3,-1 1,1-1,0 0,0 1,0 1,-1 0,0 2,0 1,1 0,1 1,0 0,1 0,0 0,0 0,0 2,1 0,-1 1,0-2,0 1,2 1,-2 2,1 3,-2 2,-1 3,-2 1,-2 5,0 2,-1 2,0 1,0 3,-3 0,1 2,-3 3,1-1,0 0,0 0,0 0,0 1,2 1,-1 1,0 0,0 2,1-1,1 0,1 1,-1 1,1-3,1-3,-1-3,2-2,0 0,2 0,2-2,2-1,1-2,1-2,1-2,0-4,0-2,2-4,-2-3,0-2,-1-1,0-4,0 0,2-3,3-4,-2 0,1-3,0-2,1-2,0-1,-2-1,0 0,0-1,-4 2,0 0,-3 3,-1-1,-3-1,0 1,-2-1,0 0,-1 3,1 0,0 3,-1 1,1-1,0 2,0-3,0-1,0 0,0 1,2 0,2-1,2 0,3 1,-1 2,0 1,2 0,2 1,0 0,1 2,2 3,-2 0,0 3,-1 1,2 3,1 3,2 2,-2 2,1 5,0 1,0 4,-2 0,0 3,-2 2,2 1,-1-1,-2-1,-1-2,-1 1,0 1,1-2,-2 3,0 2,0 2,-2-1,-1 1,1 1,-2-2,-1 0,1 0,-1 1,2-1,-1-1,0-1,0-1,0-2,1-2,-1 0,0 0,-2-2,0-1,1-2,-1-1,2-3,0 1,1-2,2-2,1-1,1-2,1-2,1-2,0-3,0-1,-2-1,-1-3,2-3,2 1,-1 0,-1-2,-3 0,0-1,-2 1,-1 1,-2 0,-1 0,-1 0,0 0,0 1,-1 1,1 1,0 0,-2 1,-2 1,-3-1,-1 3,-2-2,0 0,-3 0,-2 2,-1-1,1 2,1 1,-1 1,-1 1,0 1,0 1,-4 1,0 2,-1 3,-4 3,-2-1,0 2,1 0,1 3,1 1,1 1,3-2,1 0,4 1,2-1,3-1,0 0,2 2,3-1,1 0,3 0,2 0,3-2,5-3,2-2,3-1,1-2,1-1,4-2,2-3,2-4,3-2,2-4,2-3,-1 0,-1-4,-1-3,-1-2,-3-3,-1 3,-3-2,-3 0,-4 3,-5 1,-3-1,-3 0,-1-1,-2 2,-2 1,-2 3,-2 1,-4 3,1 2,-3 3,-1 3,-3 2,0 3,-1 1,-1 4,0 3,0 5,1 2,-1 1,-2 3,-2 3,0 3,1 3,-1 1,3 2,1 0,1 0,5 2,2-2,1 0,3-2,0-4,2-1,1-3,2 0,1 1,0-2,1-1,0-2,1 0,1-4,2 0,3-1,1-1,2-3,0-1,3-1,4-3,3-1,3-5,4-1,2-5,1-2,-1-1,-4-2,-1-2,-4-2,-3 0,-4 2,-3 0,-3 1,-3 1,-2 0,-4 0,-5 3,-2-1,-4 0,-4 1,-5 1,-5 0,0 2,-4 1,-1 2,0 2,3 1,1 1,-1 2,2 0,1 2,2 1,1 2,1 2,1 1,1 1,2 3,-1 4,0 3,1-1,2 3,0 3,-1 1,1 3,1 3,2 3,0 2,4-2,2-2,1 0,2-4,1-1,1-4,2-2,-1-1,1-3,1-1,-1 0,2 0,2 0,3-3,1-2,4-4,2-1,4-2,3-3,4-3,2-4,3-2,5-3,1-3,-2-2,2-1,0-1,-2-1,-1 1,-3-3,-3-2,-5-2,-3 2,-1 0,-3 1,-3-1,-1 2,-3 0,-2 1,-3 2,-1 1,-4 2,0 2,-3 3,-2 3,-3 3,-2 3,-2 2,-5 2,-4 3,-1 6,-3 7,-2 1,-1 5,-1 3,1 1,0 1,2 2,-2 4,1 0,0 3,3 0,6 0,4-3,4-4,1-2,4-3,2-4,2-1,1-2,2-3,0 0,1 0,1-1,1 0,1-4,3 0,1-1,3-1,1-2,3-2,3-1,7-1,4-3,8-4,5-7,4-7,3-4,0-5,-1-2,-3-1,-5-1,-6 1,-5 2,-4 3,-4 2,-4 0,-4 0,-3 2,-2 2,-2 0,-2 2,-2 3,-2 2,1 2,-4 0,-1 2,-5 0,-4 1,-1 3,-5 4,-5 4,-4 6,-5 4,-4 5,-6 4,-4 4,0 5,-3 3,-3 5,-2 3,0 3,1 0,3 2,4-3,5 0,5-3,7-4,3-5,6-4,6-3,3-3,3-3,2-1,1-3,1-2,2 1,1 1,1-2,1 0,2-2,0-3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0:48:02.752"/>
    </inkml:context>
    <inkml:brush xml:id="br0">
      <inkml:brushProperty name="width" value="0.2" units="cm"/>
      <inkml:brushProperty name="height" value="0.2" units="cm"/>
      <inkml:brushProperty name="color" value="#786458"/>
    </inkml:brush>
  </inkml:definitions>
  <inkml:trace contextRef="#ctx0" brushRef="#br0">1 458 24575,'26'1'0,"-8"-1"0,1 0 0,-1-1 0,30-5 0,-43 5 0,1-1 0,-1 1 0,0-1 0,0 0 0,0-1 0,0 1 0,-1-1 0,1 0 0,-1 0 0,1-1 0,-1 1 0,0-1 0,0 0 0,-1 0 0,1 0 0,4-8 0,-5 8 0,-1 1 0,1-1 0,0 1 0,-1 0 0,2 0 0,-1 0 0,0 1 0,0-1 0,1 1 0,0 0 0,-1 0 0,1 0 0,0 0 0,6-2 0,4 1 0,1 0 0,27-3 0,3 1 0,-31 2 0,7-1 0,-1 0 0,1-1 0,21-9 0,-37 11 0,0 1 0,0 0 0,0-1 0,0 0 0,-1 0 0,1-1 0,-1 1 0,0-1 0,0 0 0,0 0 0,0 0 0,-1-1 0,1 1 0,-1-1 0,0 0 0,3-8 0,-3 7 0,0 0 0,1 0 0,-1 1 0,1-1 0,1 1 0,-1 0 0,1 0 0,0 0 0,0 1 0,0 0 0,0 0 0,1 0 0,0 1 0,-1-1 0,1 1 0,7-2 0,37-24 0,-47 26 0,0-1 0,0 1 0,0-1 0,0 0 0,-1 0 0,0 0 0,0 0 0,0 0 0,0 0 0,-1-1 0,1 1 0,-1-1 0,0 1 0,0-1 0,-1 1 0,1-1 0,-1 0 0,0 1 0,-1-7 0,3-21 0,-2 32 0,0 0 0,0 0 0,0 0 0,0 0 0,0 0 0,0-1 0,0 1 0,0 0 0,0 0 0,0 0 0,0 0 0,0 0 0,0 0 0,0 0 0,0-1 0,0 1 0,1 0 0,-1 0 0,0 0 0,0 0 0,0 0 0,0 0 0,0 0 0,0 0 0,0-1 0,0 1 0,1 0 0,-1 0 0,0 0 0,0 0 0,0 0 0,0 0 0,0 0 0,0 0 0,0 0 0,1 0 0,-1 0 0,0 0 0,0 0 0,0 0 0,0 0 0,0 0 0,1 0 0,-1 0 0,0 0 0,0 0 0,0 0 0,0 0 0,0 0 0,0 0 0,0 0 0,1 1 0,8 7 0,9 15 0,-17-21 0,12 18 0,-1 2 0,-1 0 0,10 28 0,-9-19 0,18 30 0,-1-17 0,2-1 0,2-2 0,61 59 0,-93-99 0,1 1 0,0-1 0,-1 1 0,1 0 0,-1 0 0,1 0 0,-1 0 0,0 0 0,0 0 0,0 0 0,0 0 0,0 0 0,0 1 0,-1-1 0,1 0 0,-1 1 0,1-1 0,-1 0 0,0 5 0,-1-5 0,0 0 0,1-1 0,-1 1 0,0 0 0,0-1 0,0 1 0,-1-1 0,1 0 0,0 1 0,-1-1 0,1 0 0,0 0 0,-1 0 0,0 0 0,1 0 0,-1 0 0,1 0 0,-1-1 0,0 1 0,0 0 0,1-1 0,-1 1 0,0-1 0,0 0 0,-3 0 0,-35 4 0,0-2 0,-1-1 0,-61-8 0,-36-20 0,-24-1 0,158 28 0,1 0 0,-1-1 0,0 0 0,0 1 0,1-1 0,-1-1 0,0 1 0,1 0 0,-1-1 0,1 0 0,0 0 0,0 0 0,-1 0 0,1-1 0,1 1 0,-1-1 0,0 0 0,1 1 0,-1-1 0,1 0 0,0-1 0,0 1 0,0 0 0,0-1 0,0 1 0,1-1 0,0 1 0,0-1 0,0 0 0,0 0 0,0-5 0,0 6 0,0 0 0,0 0 0,0 0 0,0 0 0,0 0 0,-1 0 0,1 0 0,-1 0 0,0 0 0,0 1 0,0-1 0,0 1 0,0-1 0,0 1 0,-1 0 0,1 0 0,-1 0 0,1 0 0,-1 0 0,0 1 0,0-1 0,0 1 0,0 0 0,0 0 0,0 0 0,0 0 0,0 1 0,-1-1 0,1 1 0,0-1 0,0 1 0,0 0 0,-1 1 0,-5 0 0,1 0 0,-1 1 0,1 0 0,0 0 0,0 1 0,-1 0 0,1 0 0,1 1 0,-1 0 0,1 0 0,-1 1 0,1 0 0,-7 6 0,8-5 0,0 0 0,1 0 0,-1 0 0,1 0 0,1 1 0,-1 0 0,1 0 0,0 0 0,1 1 0,-1-1 0,-3 17 0,7-24 0,-1 0 0,1 0 0,0 1 0,0-1 0,0 0 0,0 0 0,0 1 0,0-1 0,0 0 0,0 1 0,0-1 0,0 0 0,0 0 0,0 1 0,0-1 0,0 0 0,0 1 0,1-1 0,-1 0 0,0 0 0,0 1 0,0-1 0,0 0 0,0 0 0,1 0 0,-1 1 0,0-1 0,0 0 0,0 0 0,1 0 0,-1 1 0,0-1 0,0 0 0,0 0 0,1 0 0,-1 0 0,0 0 0,1 1 0,-1-1 0,0 0 0,0 0 0,1 0 0,-1 0 0,0 0 0,0 0 0,1 0 0,-1 0 0,0 0 0,1 0 0,-1 0 0,0 0 0,0 0 0,1-1 0,-1 1 0,0 0 0,0 0 0,1 0 0,-1 0 0,0 0 0,0-1 0,1 1 0,-1 0 0,0 0 0,0 0 0,0-1 0,1 1 0,-1 0 0,18-16 0,-16 15 0,17-15 0,1 2 0,1 0 0,0 1 0,30-12 0,-20 9 0,37-24 0,-58 33 0,0 1 0,1 0 0,-1 1 0,2 0 0,-1 1 0,0 0 0,1 1 0,18-4 0,-1 4 0,0 1 0,39 3 0,-43-4 0,-21-2 0,-14-1 0,-16-3 0,0 1 0,0 1 0,-1 1 0,0 2 0,-1 1 0,-49 0 0,53 3 0,9 0 0,-1 0 0,-27 4 0,39-3 0,-1 0 0,1 0 0,0 1 0,-1-1 0,1 1 0,0 0 0,0 0 0,0 0 0,1 1 0,-1 0 0,0-1 0,1 1 0,0 0 0,-4 5 0,-1 1 0,1 1 0,1 0 0,-1 1 0,2 0 0,-1 0 0,1 0 0,1 1 0,0-1 0,-3 21 0,-1-1 0,-22 53 0,25-72 0,18-40 0,1 1 0,29-44 0,-10 38 0,-28 28 0,1 0 0,-1 0 0,0 0 0,-1 0 0,1-1 0,-1 0 0,0 0 0,4-9 0,-4 7 0,1 0 0,0 0 0,0 1 0,0 0 0,1 0 0,1 0 0,-1 1 0,9-7 0,-5 4 0,0 0 0,14-18 0,-16 16 0,0 1 0,1 1 0,0 0 0,1 0 0,18-13 0,-25 19 0,1 1 0,0-1 0,-1 1 0,1 0 0,0 0 0,0 0 0,1 1 0,-1 0 0,0-1 0,0 1 0,1 1 0,-1-1 0,0 1 0,1-1 0,-1 1 0,1 1 0,-1-1 0,0 1 0,9 1 0,-10 0 0,0-1 0,-1 1 0,1 0 0,-1 0 0,1 0 0,-1 0 0,0 0 0,0 0 0,0 1 0,0-1 0,0 1 0,0-1 0,-1 1 0,1 0 0,-1-1 0,0 1 0,1 0 0,-1 0 0,-1 0 0,1 0 0,0 6 0,1 8 0,0-1 0,-2 1 0,-1 17 0,0 5 0,3-24 0,1 0 0,0 0 0,1-1 0,1 1 0,7 16 0,9 34 0,-14-43 0,-5-16 0,0 0 0,0 0 0,-1 0 0,0 0 0,0 0 0,0 0 0,-1 8 0,0-13 0,0 1 0,-1-1 0,1 1 0,-1-1 0,1 1 0,-1-1 0,0 1 0,0-1 0,0 0 0,0 0 0,0 1 0,0-1 0,0 0 0,0 0 0,0 0 0,0 0 0,0 0 0,-1 0 0,1 0 0,-1 0 0,1-1 0,0 1 0,-1-1 0,1 1 0,-1-1 0,1 1 0,-1-1 0,1 0 0,-1 0 0,0 1 0,1-1 0,-1 0 0,-2-1 0,-8 1 0,-1-2 0,1 1 0,0-2 0,0 1 0,0-2 0,0 0 0,1 0 0,-1-1 0,-18-11 0,16 9 0,0 0 0,-1 1 0,1 0 0,-1 1 0,-27-5 0,2 9 44,30 1-396,-1-1 0,0 0-1,-16-3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A28E21-5617-2BBB-F6F4-79CCF394A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4B0BEDE-801D-73F8-384F-9D352DFF5F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FA090-BB77-4E89-8F7F-618A2B74C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1C7A3-33A4-4962-A8AA-9702FA7C8442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880601-73BC-746E-B89B-9D4DA0C8F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9F3EB1-68E5-A66C-5785-C59F889AE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4B105-E627-495D-98E3-7583A6E237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1636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70D3A2-E33F-0010-C243-C653A474A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DFFDBD-11D0-0751-9DC7-5E44D2773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893ED9-E6BD-FB8E-A270-50EEFF387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1C7A3-33A4-4962-A8AA-9702FA7C8442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E3A4B7-21F7-3E57-BF3D-91C0A7877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F4B858-094B-DA3C-C27B-48EDBDFBD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4B105-E627-495D-98E3-7583A6E237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6915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5D80C2-5CDB-DE9B-AA43-3043BE486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DC38396-E17A-60E9-F3EB-7CC7AE5AC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00F441-6ECC-BC87-EE57-89D460837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1C7A3-33A4-4962-A8AA-9702FA7C8442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0B87C1-1517-776A-A950-69971C5B4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CE3AA8-6D4C-AF07-181D-CA0CDB151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4B105-E627-495D-98E3-7583A6E237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9177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7F10CF-D91A-C453-208B-6CBA15259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C68D7A-225D-7E09-7B51-876BFB8357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C186501-CD5D-192D-A1D0-690B870ED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F14068-CC7C-E3DD-F547-B7FA8F835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1C7A3-33A4-4962-A8AA-9702FA7C8442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5A35E38-8C75-C242-4F93-A8106A407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FF8443F-0FB6-8E77-11E8-3F5456CC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4B105-E627-495D-98E3-7583A6E237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9344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B8F518-7B20-2280-48BC-7FAA5F3C7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8D1756-D1E7-494A-7D71-505C8AA6E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4F1E1A-9901-1C84-0F7D-0C38F252A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60EFCD6-59C5-0241-BA6E-55328BB09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540B4B4-A8B2-0969-6494-3B33C416EB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761E0C0-4427-CC82-0FED-FA67DFB86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1C7A3-33A4-4962-A8AA-9702FA7C8442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E4959AA-9271-F74E-D6D5-AAE290292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F7A7535-544B-79E6-27FF-58B624715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4B105-E627-495D-98E3-7583A6E237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6814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9F5ED0-2B47-0AD6-83B2-1D2FF4D48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1A6938F-5B1E-369A-54C1-4BC4B7A8A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1C7A3-33A4-4962-A8AA-9702FA7C8442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FB60BA4-E8BB-CB81-6687-E3BE29AA6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D45EB95-38C8-3618-2CC2-ABE4B8E9A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4B105-E627-495D-98E3-7583A6E237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7925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9F635F6-5667-ABAA-9369-2469EF985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1C7A3-33A4-4962-A8AA-9702FA7C8442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2589EA6-E0AE-1EA7-3177-C0B28E3D4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D97934-CAE4-D7E5-1826-1E86C4DF7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4B105-E627-495D-98E3-7583A6E237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1672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986439-7A1A-DFB9-25DC-DA1F42D81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A0AD86-25C8-8A3A-A02B-DC2549672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CD91F4B-838C-1983-E158-A607E56B3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FB90B2-4066-C22A-25AA-D8C0CF2C7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1C7A3-33A4-4962-A8AA-9702FA7C8442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D271789-71E1-24E1-5E67-783C69AF1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D5C0E9-01CE-2FC2-C554-C19D479B1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4B105-E627-495D-98E3-7583A6E237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9585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B9F44A-1AA6-7570-ABF5-2502BD267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E0072B4-2133-2EEC-4297-863E2A94D7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7C10315-640E-DF99-548B-90F68B38E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2D2D8A5-CA6D-A870-E4A5-B5F71E7EC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1C7A3-33A4-4962-A8AA-9702FA7C8442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DF7EFD-1686-57C4-9DB8-A1FA1E62E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1CB4CF6-FEBF-DF37-0D8E-F2B8CF85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4B105-E627-495D-98E3-7583A6E237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6275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DC8C86-38A2-E511-BB32-81CF50A9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828D5D6-6D17-6227-93B1-0204325F0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04FC35-A193-416B-71C5-31760151C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1C7A3-33A4-4962-A8AA-9702FA7C8442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2D19BF-A6E4-3E3F-A2A3-BAB8D2E3D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AC27C2-3F1E-A467-55F9-1BA17928C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4B105-E627-495D-98E3-7583A6E237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3961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54EC4E3-794D-34E5-C31E-892F9B4FBC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6719987-F3EF-5501-06C7-CB9B07A94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BB2B8D-2099-0AC8-F000-02AE9641A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1C7A3-33A4-4962-A8AA-9702FA7C8442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A603A1-5FB2-09DE-48CB-1808FDE80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04CCC5-8071-E381-403E-BCD12676D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4B105-E627-495D-98E3-7583A6E237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7684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658EE1E-3A4C-E855-35D4-ED2C3CFB6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40458D-C8B1-3508-17DC-BAACCC7BD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059B3C-3635-A74A-C56C-5A69C061B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21C7A3-33A4-4962-A8AA-9702FA7C8442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2CF4D2-2113-7EDE-DAAA-9C5973BE3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81E2FE-DEE7-BC7F-54F2-3C3E2E1DA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74B105-E627-495D-98E3-7583A6E237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9649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customXml" Target="../ink/ink14.xml"/><Relationship Id="rId26" Type="http://schemas.openxmlformats.org/officeDocument/2006/relationships/customXml" Target="../ink/ink18.xml"/><Relationship Id="rId39" Type="http://schemas.openxmlformats.org/officeDocument/2006/relationships/image" Target="../media/image23.png"/><Relationship Id="rId21" Type="http://schemas.openxmlformats.org/officeDocument/2006/relationships/image" Target="../media/image14.png"/><Relationship Id="rId34" Type="http://schemas.openxmlformats.org/officeDocument/2006/relationships/customXml" Target="../ink/ink22.xml"/><Relationship Id="rId42" Type="http://schemas.openxmlformats.org/officeDocument/2006/relationships/customXml" Target="../ink/ink26.xml"/><Relationship Id="rId47" Type="http://schemas.openxmlformats.org/officeDocument/2006/relationships/image" Target="../media/image27.png"/><Relationship Id="rId50" Type="http://schemas.openxmlformats.org/officeDocument/2006/relationships/customXml" Target="../ink/ink30.xml"/><Relationship Id="rId55" Type="http://schemas.openxmlformats.org/officeDocument/2006/relationships/image" Target="../media/image31.png"/><Relationship Id="rId7" Type="http://schemas.openxmlformats.org/officeDocument/2006/relationships/image" Target="../media/image7.png"/><Relationship Id="rId2" Type="http://schemas.openxmlformats.org/officeDocument/2006/relationships/customXml" Target="../ink/ink6.xml"/><Relationship Id="rId16" Type="http://schemas.openxmlformats.org/officeDocument/2006/relationships/customXml" Target="../ink/ink13.xml"/><Relationship Id="rId29" Type="http://schemas.openxmlformats.org/officeDocument/2006/relationships/image" Target="../media/image18.png"/><Relationship Id="rId11" Type="http://schemas.openxmlformats.org/officeDocument/2006/relationships/image" Target="../media/image9.png"/><Relationship Id="rId24" Type="http://schemas.openxmlformats.org/officeDocument/2006/relationships/customXml" Target="../ink/ink17.xml"/><Relationship Id="rId32" Type="http://schemas.openxmlformats.org/officeDocument/2006/relationships/customXml" Target="../ink/ink21.xml"/><Relationship Id="rId37" Type="http://schemas.openxmlformats.org/officeDocument/2006/relationships/image" Target="../media/image22.png"/><Relationship Id="rId40" Type="http://schemas.openxmlformats.org/officeDocument/2006/relationships/customXml" Target="../ink/ink25.xml"/><Relationship Id="rId45" Type="http://schemas.openxmlformats.org/officeDocument/2006/relationships/image" Target="../media/image26.png"/><Relationship Id="rId53" Type="http://schemas.openxmlformats.org/officeDocument/2006/relationships/image" Target="../media/image30.png"/><Relationship Id="rId58" Type="http://schemas.openxmlformats.org/officeDocument/2006/relationships/customXml" Target="../ink/ink34.xml"/><Relationship Id="rId5" Type="http://schemas.openxmlformats.org/officeDocument/2006/relationships/image" Target="../media/image6.png"/><Relationship Id="rId19" Type="http://schemas.openxmlformats.org/officeDocument/2006/relationships/image" Target="../media/image13.png"/><Relationship Id="rId4" Type="http://schemas.openxmlformats.org/officeDocument/2006/relationships/customXml" Target="../ink/ink7.xml"/><Relationship Id="rId9" Type="http://schemas.openxmlformats.org/officeDocument/2006/relationships/image" Target="../media/image8.png"/><Relationship Id="rId14" Type="http://schemas.openxmlformats.org/officeDocument/2006/relationships/customXml" Target="../ink/ink12.xml"/><Relationship Id="rId22" Type="http://schemas.openxmlformats.org/officeDocument/2006/relationships/customXml" Target="../ink/ink16.xml"/><Relationship Id="rId27" Type="http://schemas.openxmlformats.org/officeDocument/2006/relationships/image" Target="../media/image17.png"/><Relationship Id="rId30" Type="http://schemas.openxmlformats.org/officeDocument/2006/relationships/customXml" Target="../ink/ink20.xml"/><Relationship Id="rId35" Type="http://schemas.openxmlformats.org/officeDocument/2006/relationships/image" Target="../media/image21.png"/><Relationship Id="rId43" Type="http://schemas.openxmlformats.org/officeDocument/2006/relationships/image" Target="../media/image25.png"/><Relationship Id="rId48" Type="http://schemas.openxmlformats.org/officeDocument/2006/relationships/customXml" Target="../ink/ink29.xml"/><Relationship Id="rId56" Type="http://schemas.openxmlformats.org/officeDocument/2006/relationships/customXml" Target="../ink/ink33.xml"/><Relationship Id="rId8" Type="http://schemas.openxmlformats.org/officeDocument/2006/relationships/customXml" Target="../ink/ink9.xml"/><Relationship Id="rId51" Type="http://schemas.openxmlformats.org/officeDocument/2006/relationships/image" Target="../media/image29.png"/><Relationship Id="rId3" Type="http://schemas.openxmlformats.org/officeDocument/2006/relationships/image" Target="../media/image5.png"/><Relationship Id="rId12" Type="http://schemas.openxmlformats.org/officeDocument/2006/relationships/customXml" Target="../ink/ink11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0.png"/><Relationship Id="rId38" Type="http://schemas.openxmlformats.org/officeDocument/2006/relationships/customXml" Target="../ink/ink24.xml"/><Relationship Id="rId46" Type="http://schemas.openxmlformats.org/officeDocument/2006/relationships/customXml" Target="../ink/ink28.xml"/><Relationship Id="rId59" Type="http://schemas.openxmlformats.org/officeDocument/2006/relationships/image" Target="../media/image33.png"/><Relationship Id="rId20" Type="http://schemas.openxmlformats.org/officeDocument/2006/relationships/customXml" Target="../ink/ink15.xml"/><Relationship Id="rId41" Type="http://schemas.openxmlformats.org/officeDocument/2006/relationships/image" Target="../media/image24.png"/><Relationship Id="rId54" Type="http://schemas.openxmlformats.org/officeDocument/2006/relationships/customXml" Target="../ink/ink3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.xm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19.xml"/><Relationship Id="rId36" Type="http://schemas.openxmlformats.org/officeDocument/2006/relationships/customXml" Target="../ink/ink23.xml"/><Relationship Id="rId49" Type="http://schemas.openxmlformats.org/officeDocument/2006/relationships/image" Target="../media/image28.png"/><Relationship Id="rId57" Type="http://schemas.openxmlformats.org/officeDocument/2006/relationships/image" Target="../media/image32.png"/><Relationship Id="rId10" Type="http://schemas.openxmlformats.org/officeDocument/2006/relationships/customXml" Target="../ink/ink10.xml"/><Relationship Id="rId31" Type="http://schemas.openxmlformats.org/officeDocument/2006/relationships/image" Target="../media/image19.png"/><Relationship Id="rId44" Type="http://schemas.openxmlformats.org/officeDocument/2006/relationships/customXml" Target="../ink/ink27.xml"/><Relationship Id="rId52" Type="http://schemas.openxmlformats.org/officeDocument/2006/relationships/customXml" Target="../ink/ink3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customXml" Target="../ink/ink43.xml"/><Relationship Id="rId26" Type="http://schemas.openxmlformats.org/officeDocument/2006/relationships/customXml" Target="../ink/ink47.xml"/><Relationship Id="rId39" Type="http://schemas.openxmlformats.org/officeDocument/2006/relationships/image" Target="../media/image35.png"/><Relationship Id="rId21" Type="http://schemas.openxmlformats.org/officeDocument/2006/relationships/image" Target="../media/image14.png"/><Relationship Id="rId34" Type="http://schemas.openxmlformats.org/officeDocument/2006/relationships/customXml" Target="../ink/ink51.xml"/><Relationship Id="rId42" Type="http://schemas.openxmlformats.org/officeDocument/2006/relationships/customXml" Target="../ink/ink55.xml"/><Relationship Id="rId47" Type="http://schemas.openxmlformats.org/officeDocument/2006/relationships/image" Target="../media/image39.png"/><Relationship Id="rId50" Type="http://schemas.openxmlformats.org/officeDocument/2006/relationships/customXml" Target="../ink/ink59.xml"/><Relationship Id="rId7" Type="http://schemas.openxmlformats.org/officeDocument/2006/relationships/image" Target="../media/image7.png"/><Relationship Id="rId2" Type="http://schemas.openxmlformats.org/officeDocument/2006/relationships/customXml" Target="../ink/ink35.xml"/><Relationship Id="rId16" Type="http://schemas.openxmlformats.org/officeDocument/2006/relationships/customXml" Target="../ink/ink42.xml"/><Relationship Id="rId29" Type="http://schemas.openxmlformats.org/officeDocument/2006/relationships/image" Target="../media/image18.png"/><Relationship Id="rId11" Type="http://schemas.openxmlformats.org/officeDocument/2006/relationships/image" Target="../media/image9.png"/><Relationship Id="rId24" Type="http://schemas.openxmlformats.org/officeDocument/2006/relationships/customXml" Target="../ink/ink46.xml"/><Relationship Id="rId32" Type="http://schemas.openxmlformats.org/officeDocument/2006/relationships/customXml" Target="../ink/ink50.xml"/><Relationship Id="rId37" Type="http://schemas.openxmlformats.org/officeDocument/2006/relationships/image" Target="../media/image34.png"/><Relationship Id="rId40" Type="http://schemas.openxmlformats.org/officeDocument/2006/relationships/customXml" Target="../ink/ink54.xml"/><Relationship Id="rId45" Type="http://schemas.openxmlformats.org/officeDocument/2006/relationships/image" Target="../media/image38.png"/><Relationship Id="rId53" Type="http://schemas.openxmlformats.org/officeDocument/2006/relationships/image" Target="../media/image42.png"/><Relationship Id="rId5" Type="http://schemas.openxmlformats.org/officeDocument/2006/relationships/image" Target="../media/image6.png"/><Relationship Id="rId10" Type="http://schemas.openxmlformats.org/officeDocument/2006/relationships/customXml" Target="../ink/ink39.xml"/><Relationship Id="rId19" Type="http://schemas.openxmlformats.org/officeDocument/2006/relationships/image" Target="../media/image13.png"/><Relationship Id="rId31" Type="http://schemas.openxmlformats.org/officeDocument/2006/relationships/image" Target="../media/image19.png"/><Relationship Id="rId44" Type="http://schemas.openxmlformats.org/officeDocument/2006/relationships/customXml" Target="../ink/ink56.xml"/><Relationship Id="rId52" Type="http://schemas.openxmlformats.org/officeDocument/2006/relationships/customXml" Target="../ink/ink60.xml"/><Relationship Id="rId4" Type="http://schemas.openxmlformats.org/officeDocument/2006/relationships/customXml" Target="../ink/ink36.xml"/><Relationship Id="rId9" Type="http://schemas.openxmlformats.org/officeDocument/2006/relationships/image" Target="../media/image8.png"/><Relationship Id="rId14" Type="http://schemas.openxmlformats.org/officeDocument/2006/relationships/customXml" Target="../ink/ink41.xml"/><Relationship Id="rId22" Type="http://schemas.openxmlformats.org/officeDocument/2006/relationships/customXml" Target="../ink/ink45.xml"/><Relationship Id="rId27" Type="http://schemas.openxmlformats.org/officeDocument/2006/relationships/image" Target="../media/image17.png"/><Relationship Id="rId30" Type="http://schemas.openxmlformats.org/officeDocument/2006/relationships/customXml" Target="../ink/ink49.xml"/><Relationship Id="rId35" Type="http://schemas.openxmlformats.org/officeDocument/2006/relationships/image" Target="../media/image21.png"/><Relationship Id="rId43" Type="http://schemas.openxmlformats.org/officeDocument/2006/relationships/image" Target="../media/image37.png"/><Relationship Id="rId48" Type="http://schemas.openxmlformats.org/officeDocument/2006/relationships/customXml" Target="../ink/ink58.xml"/><Relationship Id="rId8" Type="http://schemas.openxmlformats.org/officeDocument/2006/relationships/customXml" Target="../ink/ink38.xml"/><Relationship Id="rId51" Type="http://schemas.openxmlformats.org/officeDocument/2006/relationships/image" Target="../media/image41.png"/><Relationship Id="rId3" Type="http://schemas.openxmlformats.org/officeDocument/2006/relationships/image" Target="../media/image5.png"/><Relationship Id="rId12" Type="http://schemas.openxmlformats.org/officeDocument/2006/relationships/customXml" Target="../ink/ink40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0.png"/><Relationship Id="rId38" Type="http://schemas.openxmlformats.org/officeDocument/2006/relationships/customXml" Target="../ink/ink53.xml"/><Relationship Id="rId46" Type="http://schemas.openxmlformats.org/officeDocument/2006/relationships/customXml" Target="../ink/ink57.xml"/><Relationship Id="rId20" Type="http://schemas.openxmlformats.org/officeDocument/2006/relationships/customXml" Target="../ink/ink44.xml"/><Relationship Id="rId41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7.xm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48.xml"/><Relationship Id="rId36" Type="http://schemas.openxmlformats.org/officeDocument/2006/relationships/customXml" Target="../ink/ink52.xml"/><Relationship Id="rId49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customXml" Target="../ink/ink69.xml"/><Relationship Id="rId26" Type="http://schemas.openxmlformats.org/officeDocument/2006/relationships/customXml" Target="../ink/ink73.xml"/><Relationship Id="rId39" Type="http://schemas.openxmlformats.org/officeDocument/2006/relationships/customXml" Target="../ink/ink80.xml"/><Relationship Id="rId21" Type="http://schemas.openxmlformats.org/officeDocument/2006/relationships/image" Target="../media/image14.png"/><Relationship Id="rId34" Type="http://schemas.openxmlformats.org/officeDocument/2006/relationships/customXml" Target="../ink/ink77.xml"/><Relationship Id="rId42" Type="http://schemas.openxmlformats.org/officeDocument/2006/relationships/customXml" Target="../ink/ink83.xml"/><Relationship Id="rId47" Type="http://schemas.openxmlformats.org/officeDocument/2006/relationships/image" Target="../media/image46.png"/><Relationship Id="rId50" Type="http://schemas.openxmlformats.org/officeDocument/2006/relationships/customXml" Target="../ink/ink87.xml"/><Relationship Id="rId55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customXml" Target="../ink/ink61.xml"/><Relationship Id="rId16" Type="http://schemas.openxmlformats.org/officeDocument/2006/relationships/customXml" Target="../ink/ink68.xml"/><Relationship Id="rId29" Type="http://schemas.openxmlformats.org/officeDocument/2006/relationships/image" Target="../media/image18.png"/><Relationship Id="rId11" Type="http://schemas.openxmlformats.org/officeDocument/2006/relationships/image" Target="../media/image9.png"/><Relationship Id="rId24" Type="http://schemas.openxmlformats.org/officeDocument/2006/relationships/customXml" Target="../ink/ink72.xml"/><Relationship Id="rId32" Type="http://schemas.openxmlformats.org/officeDocument/2006/relationships/customXml" Target="../ink/ink76.xml"/><Relationship Id="rId37" Type="http://schemas.openxmlformats.org/officeDocument/2006/relationships/image" Target="../media/image43.png"/><Relationship Id="rId40" Type="http://schemas.openxmlformats.org/officeDocument/2006/relationships/customXml" Target="../ink/ink81.xml"/><Relationship Id="rId45" Type="http://schemas.openxmlformats.org/officeDocument/2006/relationships/image" Target="../media/image45.png"/><Relationship Id="rId53" Type="http://schemas.openxmlformats.org/officeDocument/2006/relationships/image" Target="../media/image49.png"/><Relationship Id="rId5" Type="http://schemas.openxmlformats.org/officeDocument/2006/relationships/image" Target="../media/image6.png"/><Relationship Id="rId10" Type="http://schemas.openxmlformats.org/officeDocument/2006/relationships/customXml" Target="../ink/ink65.xml"/><Relationship Id="rId19" Type="http://schemas.openxmlformats.org/officeDocument/2006/relationships/image" Target="../media/image13.png"/><Relationship Id="rId31" Type="http://schemas.openxmlformats.org/officeDocument/2006/relationships/image" Target="../media/image19.png"/><Relationship Id="rId44" Type="http://schemas.openxmlformats.org/officeDocument/2006/relationships/customXml" Target="../ink/ink84.xml"/><Relationship Id="rId52" Type="http://schemas.openxmlformats.org/officeDocument/2006/relationships/customXml" Target="../ink/ink88.xml"/><Relationship Id="rId4" Type="http://schemas.openxmlformats.org/officeDocument/2006/relationships/customXml" Target="../ink/ink62.xml"/><Relationship Id="rId9" Type="http://schemas.openxmlformats.org/officeDocument/2006/relationships/image" Target="../media/image8.png"/><Relationship Id="rId14" Type="http://schemas.openxmlformats.org/officeDocument/2006/relationships/customXml" Target="../ink/ink67.xml"/><Relationship Id="rId22" Type="http://schemas.openxmlformats.org/officeDocument/2006/relationships/customXml" Target="../ink/ink71.xml"/><Relationship Id="rId27" Type="http://schemas.openxmlformats.org/officeDocument/2006/relationships/image" Target="../media/image17.png"/><Relationship Id="rId30" Type="http://schemas.openxmlformats.org/officeDocument/2006/relationships/customXml" Target="../ink/ink75.xml"/><Relationship Id="rId35" Type="http://schemas.openxmlformats.org/officeDocument/2006/relationships/image" Target="../media/image21.png"/><Relationship Id="rId43" Type="http://schemas.openxmlformats.org/officeDocument/2006/relationships/image" Target="../media/image44.png"/><Relationship Id="rId48" Type="http://schemas.openxmlformats.org/officeDocument/2006/relationships/customXml" Target="../ink/ink86.xml"/><Relationship Id="rId8" Type="http://schemas.openxmlformats.org/officeDocument/2006/relationships/customXml" Target="../ink/ink64.xml"/><Relationship Id="rId51" Type="http://schemas.openxmlformats.org/officeDocument/2006/relationships/image" Target="../media/image48.png"/><Relationship Id="rId3" Type="http://schemas.openxmlformats.org/officeDocument/2006/relationships/image" Target="../media/image5.png"/><Relationship Id="rId12" Type="http://schemas.openxmlformats.org/officeDocument/2006/relationships/customXml" Target="../ink/ink66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0.png"/><Relationship Id="rId38" Type="http://schemas.openxmlformats.org/officeDocument/2006/relationships/customXml" Target="../ink/ink79.xml"/><Relationship Id="rId46" Type="http://schemas.openxmlformats.org/officeDocument/2006/relationships/customXml" Target="../ink/ink85.xml"/><Relationship Id="rId20" Type="http://schemas.openxmlformats.org/officeDocument/2006/relationships/customXml" Target="../ink/ink70.xml"/><Relationship Id="rId41" Type="http://schemas.openxmlformats.org/officeDocument/2006/relationships/customXml" Target="../ink/ink82.xml"/><Relationship Id="rId54" Type="http://schemas.openxmlformats.org/officeDocument/2006/relationships/customXml" Target="../ink/ink8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3.xm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74.xml"/><Relationship Id="rId36" Type="http://schemas.openxmlformats.org/officeDocument/2006/relationships/customXml" Target="../ink/ink78.xml"/><Relationship Id="rId4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68D906-88F2-A049-11D9-80A9849A0FB2}"/>
              </a:ext>
            </a:extLst>
          </p:cNvPr>
          <p:cNvSpPr/>
          <p:nvPr/>
        </p:nvSpPr>
        <p:spPr>
          <a:xfrm>
            <a:off x="491614" y="363794"/>
            <a:ext cx="11346425" cy="5909187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2E70AE7E-73F8-A4DE-F0D1-C4B31F4C9790}"/>
              </a:ext>
            </a:extLst>
          </p:cNvPr>
          <p:cNvSpPr/>
          <p:nvPr/>
        </p:nvSpPr>
        <p:spPr>
          <a:xfrm>
            <a:off x="953728" y="4168878"/>
            <a:ext cx="2222091" cy="934064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C6EDC62D-29E2-0F05-0EEC-7C5C5D18F61D}"/>
              </a:ext>
            </a:extLst>
          </p:cNvPr>
          <p:cNvCxnSpPr>
            <a:stCxn id="5" idx="2"/>
          </p:cNvCxnSpPr>
          <p:nvPr/>
        </p:nvCxnSpPr>
        <p:spPr>
          <a:xfrm flipH="1">
            <a:off x="491614" y="4635910"/>
            <a:ext cx="46211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Connecteur : en arc 9">
            <a:extLst>
              <a:ext uri="{FF2B5EF4-FFF2-40B4-BE49-F238E27FC236}">
                <a16:creationId xmlns:a16="http://schemas.microsoft.com/office/drawing/2014/main" id="{9BD65D12-234B-2514-A849-EA1A1EEEDDE9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175819" y="4635910"/>
            <a:ext cx="678426" cy="1135625"/>
          </a:xfrm>
          <a:prstGeom prst="curvedConnector2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58601155-32B0-A5B9-B02A-3BC89BD2A3C6}"/>
              </a:ext>
            </a:extLst>
          </p:cNvPr>
          <p:cNvCxnSpPr/>
          <p:nvPr/>
        </p:nvCxnSpPr>
        <p:spPr>
          <a:xfrm>
            <a:off x="3893574" y="5781368"/>
            <a:ext cx="785597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Encre 15">
                <a:extLst>
                  <a:ext uri="{FF2B5EF4-FFF2-40B4-BE49-F238E27FC236}">
                    <a16:creationId xmlns:a16="http://schemas.microsoft.com/office/drawing/2014/main" id="{A1268C78-EB17-5143-59ED-4DABD3020AA6}"/>
                  </a:ext>
                </a:extLst>
              </p14:cNvPr>
              <p14:cNvContentPartPr/>
              <p14:nvPr/>
            </p14:nvContentPartPr>
            <p14:xfrm>
              <a:off x="4935577" y="5568348"/>
              <a:ext cx="389520" cy="203400"/>
            </p14:xfrm>
          </p:contentPart>
        </mc:Choice>
        <mc:Fallback>
          <p:pic>
            <p:nvPicPr>
              <p:cNvPr id="16" name="Encre 15">
                <a:extLst>
                  <a:ext uri="{FF2B5EF4-FFF2-40B4-BE49-F238E27FC236}">
                    <a16:creationId xmlns:a16="http://schemas.microsoft.com/office/drawing/2014/main" id="{A1268C78-EB17-5143-59ED-4DABD3020A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99937" y="5532708"/>
                <a:ext cx="46116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F25641E2-4310-B915-1C43-4FF6F11E7280}"/>
                  </a:ext>
                </a:extLst>
              </p14:cNvPr>
              <p14:cNvContentPartPr/>
              <p14:nvPr/>
            </p14:nvContentPartPr>
            <p14:xfrm>
              <a:off x="7098817" y="5563668"/>
              <a:ext cx="433800" cy="219960"/>
            </p14:xfrm>
          </p:contentPart>
        </mc:Choice>
        <mc:Fallback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F25641E2-4310-B915-1C43-4FF6F11E72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63177" y="5527668"/>
                <a:ext cx="50544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8" name="Encre 17">
                <a:extLst>
                  <a:ext uri="{FF2B5EF4-FFF2-40B4-BE49-F238E27FC236}">
                    <a16:creationId xmlns:a16="http://schemas.microsoft.com/office/drawing/2014/main" id="{D5DE63BC-23C6-5456-B918-C05B8092A057}"/>
                  </a:ext>
                </a:extLst>
              </p14:cNvPr>
              <p14:cNvContentPartPr/>
              <p14:nvPr/>
            </p14:nvContentPartPr>
            <p14:xfrm>
              <a:off x="9974497" y="5480508"/>
              <a:ext cx="280800" cy="283320"/>
            </p14:xfrm>
          </p:contentPart>
        </mc:Choice>
        <mc:Fallback>
          <p:pic>
            <p:nvPicPr>
              <p:cNvPr id="18" name="Encre 17">
                <a:extLst>
                  <a:ext uri="{FF2B5EF4-FFF2-40B4-BE49-F238E27FC236}">
                    <a16:creationId xmlns:a16="http://schemas.microsoft.com/office/drawing/2014/main" id="{D5DE63BC-23C6-5456-B918-C05B8092A05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938497" y="5444868"/>
                <a:ext cx="352440" cy="35496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D3438146-F462-2728-23BE-28C43BD8394B}"/>
              </a:ext>
            </a:extLst>
          </p:cNvPr>
          <p:cNvSpPr/>
          <p:nvPr/>
        </p:nvSpPr>
        <p:spPr>
          <a:xfrm>
            <a:off x="953728" y="1396179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F2A470-A60C-5DFC-C04A-6960D801A5C4}"/>
              </a:ext>
            </a:extLst>
          </p:cNvPr>
          <p:cNvSpPr/>
          <p:nvPr/>
        </p:nvSpPr>
        <p:spPr>
          <a:xfrm>
            <a:off x="10751357" y="3652681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DCF90E-72C1-499F-EDC0-568C868F4A7A}"/>
              </a:ext>
            </a:extLst>
          </p:cNvPr>
          <p:cNvSpPr/>
          <p:nvPr/>
        </p:nvSpPr>
        <p:spPr>
          <a:xfrm>
            <a:off x="1425678" y="2674373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F72717-E9FC-8065-0E26-061344AAA75C}"/>
              </a:ext>
            </a:extLst>
          </p:cNvPr>
          <p:cNvSpPr/>
          <p:nvPr/>
        </p:nvSpPr>
        <p:spPr>
          <a:xfrm>
            <a:off x="2792361" y="2106558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D8F828-550B-FA04-A2FA-3DB7D421B80A}"/>
              </a:ext>
            </a:extLst>
          </p:cNvPr>
          <p:cNvSpPr/>
          <p:nvPr/>
        </p:nvSpPr>
        <p:spPr>
          <a:xfrm>
            <a:off x="8912942" y="4291779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DCA2B5-C833-D9DB-B2A0-0195D44FC8D7}"/>
              </a:ext>
            </a:extLst>
          </p:cNvPr>
          <p:cNvSpPr/>
          <p:nvPr/>
        </p:nvSpPr>
        <p:spPr>
          <a:xfrm>
            <a:off x="8234516" y="5061154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10DCBE-E5F2-2C9F-CE42-D89868911090}"/>
              </a:ext>
            </a:extLst>
          </p:cNvPr>
          <p:cNvSpPr/>
          <p:nvPr/>
        </p:nvSpPr>
        <p:spPr>
          <a:xfrm>
            <a:off x="6018449" y="3374922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02F4FD-0C41-9302-AA13-C38DA9EBDF27}"/>
              </a:ext>
            </a:extLst>
          </p:cNvPr>
          <p:cNvSpPr/>
          <p:nvPr/>
        </p:nvSpPr>
        <p:spPr>
          <a:xfrm>
            <a:off x="3893574" y="3775583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B6FA2C7-EDB0-3235-8A68-6FF47872415E}"/>
              </a:ext>
            </a:extLst>
          </p:cNvPr>
          <p:cNvSpPr/>
          <p:nvPr/>
        </p:nvSpPr>
        <p:spPr>
          <a:xfrm>
            <a:off x="6715359" y="4237701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6518BE-72A0-7977-AF66-401606408235}"/>
              </a:ext>
            </a:extLst>
          </p:cNvPr>
          <p:cNvSpPr/>
          <p:nvPr/>
        </p:nvSpPr>
        <p:spPr>
          <a:xfrm>
            <a:off x="5397910" y="5043948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FF45BB2-49D2-A1A1-5FF3-BAE3852FC7BC}"/>
              </a:ext>
            </a:extLst>
          </p:cNvPr>
          <p:cNvSpPr/>
          <p:nvPr/>
        </p:nvSpPr>
        <p:spPr>
          <a:xfrm>
            <a:off x="4837471" y="1348248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8BFAA04-64F5-68B3-F0C8-A4E3B6468158}"/>
              </a:ext>
            </a:extLst>
          </p:cNvPr>
          <p:cNvSpPr/>
          <p:nvPr/>
        </p:nvSpPr>
        <p:spPr>
          <a:xfrm>
            <a:off x="9001432" y="1342101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8D8C20B-CBC9-C2AA-1F9D-6BFBA8493946}"/>
              </a:ext>
            </a:extLst>
          </p:cNvPr>
          <p:cNvSpPr/>
          <p:nvPr/>
        </p:nvSpPr>
        <p:spPr>
          <a:xfrm>
            <a:off x="4552119" y="2458065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B25B2CC-A2CB-D2C9-9135-A904ED498FF8}"/>
              </a:ext>
            </a:extLst>
          </p:cNvPr>
          <p:cNvSpPr/>
          <p:nvPr/>
        </p:nvSpPr>
        <p:spPr>
          <a:xfrm>
            <a:off x="7054645" y="1998403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9AB780-9B90-DDB7-4383-3B6AE6C27E53}"/>
              </a:ext>
            </a:extLst>
          </p:cNvPr>
          <p:cNvSpPr/>
          <p:nvPr/>
        </p:nvSpPr>
        <p:spPr>
          <a:xfrm>
            <a:off x="10751357" y="2126222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58784DB-28FA-6306-3984-1999F0B01AF4}"/>
              </a:ext>
            </a:extLst>
          </p:cNvPr>
          <p:cNvSpPr/>
          <p:nvPr/>
        </p:nvSpPr>
        <p:spPr>
          <a:xfrm>
            <a:off x="9488381" y="2782528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32835DE-EC75-5B89-72EA-9583B7E4C8CD}"/>
              </a:ext>
            </a:extLst>
          </p:cNvPr>
          <p:cNvSpPr/>
          <p:nvPr/>
        </p:nvSpPr>
        <p:spPr>
          <a:xfrm>
            <a:off x="10599175" y="4527754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2DB634A8-EB98-396D-2315-EB9D18299B4E}"/>
              </a:ext>
            </a:extLst>
          </p:cNvPr>
          <p:cNvSpPr/>
          <p:nvPr/>
        </p:nvSpPr>
        <p:spPr>
          <a:xfrm>
            <a:off x="1966452" y="663676"/>
            <a:ext cx="226142" cy="23597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32F2B29C-195D-503C-F21D-51BBB01FD678}"/>
              </a:ext>
            </a:extLst>
          </p:cNvPr>
          <p:cNvSpPr/>
          <p:nvPr/>
        </p:nvSpPr>
        <p:spPr>
          <a:xfrm>
            <a:off x="10525215" y="727587"/>
            <a:ext cx="226142" cy="23597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EA87F4BE-4C80-B4C9-CE7F-9EBA828BB889}"/>
              </a:ext>
            </a:extLst>
          </p:cNvPr>
          <p:cNvSpPr/>
          <p:nvPr/>
        </p:nvSpPr>
        <p:spPr>
          <a:xfrm>
            <a:off x="5982929" y="840657"/>
            <a:ext cx="226142" cy="23597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7F76203A-AA49-6975-7E97-CF573D8ED4FA}"/>
              </a:ext>
            </a:extLst>
          </p:cNvPr>
          <p:cNvSpPr/>
          <p:nvPr/>
        </p:nvSpPr>
        <p:spPr>
          <a:xfrm rot="6772706">
            <a:off x="-383035" y="-1625700"/>
            <a:ext cx="2900515" cy="2846431"/>
          </a:xfrm>
          <a:prstGeom prst="arc">
            <a:avLst>
              <a:gd name="adj1" fmla="val 16317499"/>
              <a:gd name="adj2" fmla="val 168474"/>
            </a:avLst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D5D4BDA0-2E8B-389F-5BA0-6D275B293A6B}"/>
              </a:ext>
            </a:extLst>
          </p:cNvPr>
          <p:cNvSpPr/>
          <p:nvPr/>
        </p:nvSpPr>
        <p:spPr>
          <a:xfrm rot="6772706">
            <a:off x="4568191" y="-1904231"/>
            <a:ext cx="2900515" cy="2846431"/>
          </a:xfrm>
          <a:prstGeom prst="arc">
            <a:avLst>
              <a:gd name="adj1" fmla="val 17020709"/>
              <a:gd name="adj2" fmla="val 1828442"/>
            </a:avLst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Arc 47">
            <a:extLst>
              <a:ext uri="{FF2B5EF4-FFF2-40B4-BE49-F238E27FC236}">
                <a16:creationId xmlns:a16="http://schemas.microsoft.com/office/drawing/2014/main" id="{21EEFDEE-3829-AFFD-391D-9CDA38DCD0E6}"/>
              </a:ext>
            </a:extLst>
          </p:cNvPr>
          <p:cNvSpPr/>
          <p:nvPr/>
        </p:nvSpPr>
        <p:spPr>
          <a:xfrm rot="6772706">
            <a:off x="9967029" y="-1864130"/>
            <a:ext cx="2900515" cy="2846431"/>
          </a:xfrm>
          <a:prstGeom prst="arc">
            <a:avLst>
              <a:gd name="adj1" fmla="val 19245019"/>
              <a:gd name="adj2" fmla="val 1828442"/>
            </a:avLst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EBB45543-6E13-F6E1-D7BF-48CD5F52E2C5}"/>
              </a:ext>
            </a:extLst>
          </p:cNvPr>
          <p:cNvSpPr txBox="1"/>
          <p:nvPr/>
        </p:nvSpPr>
        <p:spPr>
          <a:xfrm>
            <a:off x="2710766" y="830848"/>
            <a:ext cx="1544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Oiseaux et leur trajectoire</a:t>
            </a:r>
          </a:p>
        </p:txBody>
      </p: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E976FCF6-ACD1-C110-F134-E53F4C6AB372}"/>
              </a:ext>
            </a:extLst>
          </p:cNvPr>
          <p:cNvCxnSpPr>
            <a:cxnSpLocks/>
            <a:endCxn id="43" idx="5"/>
          </p:cNvCxnSpPr>
          <p:nvPr/>
        </p:nvCxnSpPr>
        <p:spPr>
          <a:xfrm flipH="1" flipV="1">
            <a:off x="2159476" y="865092"/>
            <a:ext cx="766269" cy="42293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2405B00D-9270-A01C-B0B8-C53AE4744A85}"/>
              </a:ext>
            </a:extLst>
          </p:cNvPr>
          <p:cNvCxnSpPr>
            <a:cxnSpLocks/>
          </p:cNvCxnSpPr>
          <p:nvPr/>
        </p:nvCxnSpPr>
        <p:spPr>
          <a:xfrm flipV="1">
            <a:off x="4126808" y="1035123"/>
            <a:ext cx="1842607" cy="215882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6" name="Encre 55">
                <a:extLst>
                  <a:ext uri="{FF2B5EF4-FFF2-40B4-BE49-F238E27FC236}">
                    <a16:creationId xmlns:a16="http://schemas.microsoft.com/office/drawing/2014/main" id="{3D718A8D-33C3-8A0E-088E-C48E841832BE}"/>
                  </a:ext>
                </a:extLst>
              </p14:cNvPr>
              <p14:cNvContentPartPr/>
              <p14:nvPr/>
            </p14:nvContentPartPr>
            <p14:xfrm>
              <a:off x="3483693" y="1458351"/>
              <a:ext cx="360" cy="360"/>
            </p14:xfrm>
          </p:contentPart>
        </mc:Choice>
        <mc:Fallback>
          <p:pic>
            <p:nvPicPr>
              <p:cNvPr id="56" name="Encre 55">
                <a:extLst>
                  <a:ext uri="{FF2B5EF4-FFF2-40B4-BE49-F238E27FC236}">
                    <a16:creationId xmlns:a16="http://schemas.microsoft.com/office/drawing/2014/main" id="{3D718A8D-33C3-8A0E-088E-C48E841832B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79373" y="1454031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7" name="Encre 56">
                <a:extLst>
                  <a:ext uri="{FF2B5EF4-FFF2-40B4-BE49-F238E27FC236}">
                    <a16:creationId xmlns:a16="http://schemas.microsoft.com/office/drawing/2014/main" id="{31683FA9-59A0-7FE6-D9EB-17AA84B431C4}"/>
                  </a:ext>
                </a:extLst>
              </p14:cNvPr>
              <p14:cNvContentPartPr/>
              <p14:nvPr/>
            </p14:nvContentPartPr>
            <p14:xfrm>
              <a:off x="3564693" y="949311"/>
              <a:ext cx="360" cy="360"/>
            </p14:xfrm>
          </p:contentPart>
        </mc:Choice>
        <mc:Fallback>
          <p:pic>
            <p:nvPicPr>
              <p:cNvPr id="57" name="Encre 56">
                <a:extLst>
                  <a:ext uri="{FF2B5EF4-FFF2-40B4-BE49-F238E27FC236}">
                    <a16:creationId xmlns:a16="http://schemas.microsoft.com/office/drawing/2014/main" id="{31683FA9-59A0-7FE6-D9EB-17AA84B431C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60373" y="944991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59" name="ZoneTexte 58">
            <a:extLst>
              <a:ext uri="{FF2B5EF4-FFF2-40B4-BE49-F238E27FC236}">
                <a16:creationId xmlns:a16="http://schemas.microsoft.com/office/drawing/2014/main" id="{D6D1EE63-97CD-70C9-E733-1C298E5F7AD3}"/>
              </a:ext>
            </a:extLst>
          </p:cNvPr>
          <p:cNvSpPr txBox="1"/>
          <p:nvPr/>
        </p:nvSpPr>
        <p:spPr>
          <a:xfrm>
            <a:off x="6019458" y="4493097"/>
            <a:ext cx="2484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Tas de terre ou il faut mettre les graines</a:t>
            </a:r>
          </a:p>
        </p:txBody>
      </p: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D6F520E5-FC08-E6C0-F504-50043BEADC15}"/>
              </a:ext>
            </a:extLst>
          </p:cNvPr>
          <p:cNvCxnSpPr>
            <a:cxnSpLocks/>
            <a:stCxn id="59" idx="1"/>
          </p:cNvCxnSpPr>
          <p:nvPr/>
        </p:nvCxnSpPr>
        <p:spPr>
          <a:xfrm flipH="1">
            <a:off x="5319035" y="4816263"/>
            <a:ext cx="700423" cy="664245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F81F6594-184C-6FB9-BA95-84C1F0898908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8503645" y="4816263"/>
            <a:ext cx="1470852" cy="64633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2C519FF5-EB35-720B-6817-2B7141428A43}"/>
              </a:ext>
            </a:extLst>
          </p:cNvPr>
          <p:cNvCxnSpPr>
            <a:cxnSpLocks/>
            <a:stCxn id="59" idx="2"/>
          </p:cNvCxnSpPr>
          <p:nvPr/>
        </p:nvCxnSpPr>
        <p:spPr>
          <a:xfrm>
            <a:off x="7261552" y="5139428"/>
            <a:ext cx="57379" cy="37647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27ADC70F-96F5-EFBA-08C7-6F9BB0BD6DF8}"/>
              </a:ext>
            </a:extLst>
          </p:cNvPr>
          <p:cNvSpPr/>
          <p:nvPr/>
        </p:nvSpPr>
        <p:spPr>
          <a:xfrm>
            <a:off x="11330668" y="431340"/>
            <a:ext cx="449249" cy="4136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noFill/>
            </a:endParaRPr>
          </a:p>
        </p:txBody>
      </p: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0E0EDF20-7887-F7F3-1816-F2765BD3716E}"/>
              </a:ext>
            </a:extLst>
          </p:cNvPr>
          <p:cNvCxnSpPr>
            <a:cxnSpLocks/>
          </p:cNvCxnSpPr>
          <p:nvPr/>
        </p:nvCxnSpPr>
        <p:spPr>
          <a:xfrm>
            <a:off x="11409680" y="505460"/>
            <a:ext cx="30988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D31F33CC-069F-75B7-57DC-9DE7ED317C21}"/>
              </a:ext>
            </a:extLst>
          </p:cNvPr>
          <p:cNvCxnSpPr>
            <a:cxnSpLocks/>
          </p:cNvCxnSpPr>
          <p:nvPr/>
        </p:nvCxnSpPr>
        <p:spPr>
          <a:xfrm>
            <a:off x="11409680" y="614680"/>
            <a:ext cx="30988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785DD004-0601-76C3-F767-07FF9BAAAD06}"/>
              </a:ext>
            </a:extLst>
          </p:cNvPr>
          <p:cNvCxnSpPr>
            <a:cxnSpLocks/>
          </p:cNvCxnSpPr>
          <p:nvPr/>
        </p:nvCxnSpPr>
        <p:spPr>
          <a:xfrm>
            <a:off x="11414133" y="721360"/>
            <a:ext cx="30988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A517DD00-896E-6D58-CA5D-0B85AC8E45B4}"/>
              </a:ext>
            </a:extLst>
          </p:cNvPr>
          <p:cNvSpPr/>
          <p:nvPr/>
        </p:nvSpPr>
        <p:spPr>
          <a:xfrm>
            <a:off x="615326" y="5014873"/>
            <a:ext cx="678426" cy="110367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94630BE6-E6D5-76A8-58D3-9DEF4358A90A}"/>
              </a:ext>
            </a:extLst>
          </p:cNvPr>
          <p:cNvSpPr txBox="1"/>
          <p:nvPr/>
        </p:nvSpPr>
        <p:spPr>
          <a:xfrm>
            <a:off x="1657572" y="5392683"/>
            <a:ext cx="1942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Réservoir d’eau</a:t>
            </a:r>
          </a:p>
        </p:txBody>
      </p: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6FA802DA-4C25-1A28-271C-0F5BA03F66EB}"/>
              </a:ext>
            </a:extLst>
          </p:cNvPr>
          <p:cNvCxnSpPr>
            <a:stCxn id="74" idx="1"/>
            <a:endCxn id="73" idx="3"/>
          </p:cNvCxnSpPr>
          <p:nvPr/>
        </p:nvCxnSpPr>
        <p:spPr>
          <a:xfrm flipH="1" flipV="1">
            <a:off x="1293752" y="5566709"/>
            <a:ext cx="363820" cy="1064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6" name="ZoneTexte 75">
            <a:extLst>
              <a:ext uri="{FF2B5EF4-FFF2-40B4-BE49-F238E27FC236}">
                <a16:creationId xmlns:a16="http://schemas.microsoft.com/office/drawing/2014/main" id="{F6DF78E4-7EA5-E0F1-4B2D-92A8442C9EFF}"/>
              </a:ext>
            </a:extLst>
          </p:cNvPr>
          <p:cNvSpPr txBox="1"/>
          <p:nvPr/>
        </p:nvSpPr>
        <p:spPr>
          <a:xfrm>
            <a:off x="3483693" y="-20411"/>
            <a:ext cx="4644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Niveaux 1 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51497A4F-961A-18D7-02EE-4373D2BC8DB5}"/>
              </a:ext>
            </a:extLst>
          </p:cNvPr>
          <p:cNvSpPr txBox="1"/>
          <p:nvPr/>
        </p:nvSpPr>
        <p:spPr>
          <a:xfrm>
            <a:off x="2217503" y="6238229"/>
            <a:ext cx="778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joueur doit récupérer des graines sur les oiseaux puis les </a:t>
            </a:r>
            <a:r>
              <a:rPr lang="fr-FR" dirty="0" err="1"/>
              <a:t>posser</a:t>
            </a:r>
            <a:r>
              <a:rPr lang="fr-FR" dirty="0"/>
              <a:t> sans les tas de terre, Ensuite il devra les arroser</a:t>
            </a:r>
          </a:p>
        </p:txBody>
      </p:sp>
    </p:spTree>
    <p:extLst>
      <p:ext uri="{BB962C8B-B14F-4D97-AF65-F5344CB8AC3E}">
        <p14:creationId xmlns:p14="http://schemas.microsoft.com/office/powerpoint/2010/main" val="1223679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7E81C-CDE7-D86B-6F07-29A703ECE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B43AB5-DFFA-8FAF-D1F7-A450E0B7F295}"/>
              </a:ext>
            </a:extLst>
          </p:cNvPr>
          <p:cNvSpPr/>
          <p:nvPr/>
        </p:nvSpPr>
        <p:spPr>
          <a:xfrm>
            <a:off x="491614" y="363794"/>
            <a:ext cx="11346425" cy="5909187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E643D3CD-0D41-F45F-037B-1675FA1A9025}"/>
              </a:ext>
            </a:extLst>
          </p:cNvPr>
          <p:cNvSpPr/>
          <p:nvPr/>
        </p:nvSpPr>
        <p:spPr>
          <a:xfrm>
            <a:off x="953728" y="4168878"/>
            <a:ext cx="2222091" cy="934064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3C5B2CC0-CD45-CA80-9EF8-E648B1E6BC3C}"/>
              </a:ext>
            </a:extLst>
          </p:cNvPr>
          <p:cNvCxnSpPr>
            <a:stCxn id="5" idx="2"/>
          </p:cNvCxnSpPr>
          <p:nvPr/>
        </p:nvCxnSpPr>
        <p:spPr>
          <a:xfrm flipH="1">
            <a:off x="491614" y="4635910"/>
            <a:ext cx="46211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Connecteur : en arc 9">
            <a:extLst>
              <a:ext uri="{FF2B5EF4-FFF2-40B4-BE49-F238E27FC236}">
                <a16:creationId xmlns:a16="http://schemas.microsoft.com/office/drawing/2014/main" id="{CD6F50AB-78BF-1CB1-F00E-97D04E87D9EB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175819" y="4635910"/>
            <a:ext cx="678426" cy="1135625"/>
          </a:xfrm>
          <a:prstGeom prst="curvedConnector2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65781E7E-5126-1090-221F-745DD790AF73}"/>
              </a:ext>
            </a:extLst>
          </p:cNvPr>
          <p:cNvCxnSpPr/>
          <p:nvPr/>
        </p:nvCxnSpPr>
        <p:spPr>
          <a:xfrm>
            <a:off x="3893574" y="5781368"/>
            <a:ext cx="785597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A584383-0EBF-5480-F4CF-97F0E6AB4346}"/>
              </a:ext>
            </a:extLst>
          </p:cNvPr>
          <p:cNvSpPr/>
          <p:nvPr/>
        </p:nvSpPr>
        <p:spPr>
          <a:xfrm>
            <a:off x="953728" y="1396179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862E5B-4099-644D-8EA4-3E98B7D7894C}"/>
              </a:ext>
            </a:extLst>
          </p:cNvPr>
          <p:cNvSpPr/>
          <p:nvPr/>
        </p:nvSpPr>
        <p:spPr>
          <a:xfrm>
            <a:off x="10751357" y="3652681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271F06-7865-938A-7AD6-82144493A5C7}"/>
              </a:ext>
            </a:extLst>
          </p:cNvPr>
          <p:cNvSpPr/>
          <p:nvPr/>
        </p:nvSpPr>
        <p:spPr>
          <a:xfrm>
            <a:off x="1425678" y="2674373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2147CE-556A-66A6-370A-39103A4A8FDB}"/>
              </a:ext>
            </a:extLst>
          </p:cNvPr>
          <p:cNvSpPr/>
          <p:nvPr/>
        </p:nvSpPr>
        <p:spPr>
          <a:xfrm>
            <a:off x="2792361" y="2106558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738BD5-A6F9-F57B-F030-571F44D0C206}"/>
              </a:ext>
            </a:extLst>
          </p:cNvPr>
          <p:cNvSpPr/>
          <p:nvPr/>
        </p:nvSpPr>
        <p:spPr>
          <a:xfrm>
            <a:off x="8912942" y="4291779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3F4CE3-73E3-8888-350C-1BCA11E67E39}"/>
              </a:ext>
            </a:extLst>
          </p:cNvPr>
          <p:cNvSpPr/>
          <p:nvPr/>
        </p:nvSpPr>
        <p:spPr>
          <a:xfrm>
            <a:off x="8234516" y="5061154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160718-1B9F-E4A0-37C6-E93B22B578EE}"/>
              </a:ext>
            </a:extLst>
          </p:cNvPr>
          <p:cNvSpPr/>
          <p:nvPr/>
        </p:nvSpPr>
        <p:spPr>
          <a:xfrm>
            <a:off x="6018449" y="3374922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8042B5-D00E-DDFA-C727-C4912B86792D}"/>
              </a:ext>
            </a:extLst>
          </p:cNvPr>
          <p:cNvSpPr/>
          <p:nvPr/>
        </p:nvSpPr>
        <p:spPr>
          <a:xfrm>
            <a:off x="3893574" y="3775583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19110F-DB4C-F92B-1C05-171C365F2865}"/>
              </a:ext>
            </a:extLst>
          </p:cNvPr>
          <p:cNvSpPr/>
          <p:nvPr/>
        </p:nvSpPr>
        <p:spPr>
          <a:xfrm>
            <a:off x="6715359" y="4237701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F4BFA98-E809-D356-6E38-A827730C9991}"/>
              </a:ext>
            </a:extLst>
          </p:cNvPr>
          <p:cNvSpPr/>
          <p:nvPr/>
        </p:nvSpPr>
        <p:spPr>
          <a:xfrm>
            <a:off x="5397910" y="5043948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8D934F7-E22D-92C6-DE62-826F75A991BB}"/>
              </a:ext>
            </a:extLst>
          </p:cNvPr>
          <p:cNvSpPr/>
          <p:nvPr/>
        </p:nvSpPr>
        <p:spPr>
          <a:xfrm>
            <a:off x="4837471" y="1348248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37DF376-1F88-87A6-8D01-F3C67884A38A}"/>
              </a:ext>
            </a:extLst>
          </p:cNvPr>
          <p:cNvSpPr/>
          <p:nvPr/>
        </p:nvSpPr>
        <p:spPr>
          <a:xfrm>
            <a:off x="9001432" y="1342101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7BBBD5F-B463-A168-81CF-145017DAB0A7}"/>
              </a:ext>
            </a:extLst>
          </p:cNvPr>
          <p:cNvSpPr/>
          <p:nvPr/>
        </p:nvSpPr>
        <p:spPr>
          <a:xfrm>
            <a:off x="4552119" y="2458065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4CE0592-70B8-EBFC-BBAC-AB479E5E59D4}"/>
              </a:ext>
            </a:extLst>
          </p:cNvPr>
          <p:cNvSpPr/>
          <p:nvPr/>
        </p:nvSpPr>
        <p:spPr>
          <a:xfrm>
            <a:off x="7054645" y="1998403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F884E28-8088-256D-9B53-44AC063FEE98}"/>
              </a:ext>
            </a:extLst>
          </p:cNvPr>
          <p:cNvSpPr/>
          <p:nvPr/>
        </p:nvSpPr>
        <p:spPr>
          <a:xfrm>
            <a:off x="10751357" y="2126222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2631542-83AE-5825-6885-C6758CBF9DEC}"/>
              </a:ext>
            </a:extLst>
          </p:cNvPr>
          <p:cNvSpPr/>
          <p:nvPr/>
        </p:nvSpPr>
        <p:spPr>
          <a:xfrm>
            <a:off x="9488381" y="2782528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AD8D068-B45D-BEA1-EFCE-0E2F8C7627F2}"/>
              </a:ext>
            </a:extLst>
          </p:cNvPr>
          <p:cNvSpPr/>
          <p:nvPr/>
        </p:nvSpPr>
        <p:spPr>
          <a:xfrm>
            <a:off x="10599175" y="4527754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4" name="Encre 23">
                <a:extLst>
                  <a:ext uri="{FF2B5EF4-FFF2-40B4-BE49-F238E27FC236}">
                    <a16:creationId xmlns:a16="http://schemas.microsoft.com/office/drawing/2014/main" id="{5D2FC8A9-1A72-4818-AA5D-016D406318C4}"/>
                  </a:ext>
                </a:extLst>
              </p14:cNvPr>
              <p14:cNvContentPartPr/>
              <p14:nvPr/>
            </p14:nvContentPartPr>
            <p14:xfrm>
              <a:off x="8229213" y="3913191"/>
              <a:ext cx="336240" cy="1920600"/>
            </p14:xfrm>
          </p:contentPart>
        </mc:Choice>
        <mc:Fallback>
          <p:pic>
            <p:nvPicPr>
              <p:cNvPr id="24" name="Encre 23">
                <a:extLst>
                  <a:ext uri="{FF2B5EF4-FFF2-40B4-BE49-F238E27FC236}">
                    <a16:creationId xmlns:a16="http://schemas.microsoft.com/office/drawing/2014/main" id="{5D2FC8A9-1A72-4818-AA5D-016D406318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24893" y="3908871"/>
                <a:ext cx="344880" cy="19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7" name="Encre 26">
                <a:extLst>
                  <a:ext uri="{FF2B5EF4-FFF2-40B4-BE49-F238E27FC236}">
                    <a16:creationId xmlns:a16="http://schemas.microsoft.com/office/drawing/2014/main" id="{3D4F96C0-BF98-6F79-6B89-6E3611C640EF}"/>
                  </a:ext>
                </a:extLst>
              </p14:cNvPr>
              <p14:cNvContentPartPr/>
              <p14:nvPr/>
            </p14:nvContentPartPr>
            <p14:xfrm>
              <a:off x="8310573" y="3262671"/>
              <a:ext cx="801720" cy="1321200"/>
            </p14:xfrm>
          </p:contentPart>
        </mc:Choice>
        <mc:Fallback>
          <p:pic>
            <p:nvPicPr>
              <p:cNvPr id="27" name="Encre 26">
                <a:extLst>
                  <a:ext uri="{FF2B5EF4-FFF2-40B4-BE49-F238E27FC236}">
                    <a16:creationId xmlns:a16="http://schemas.microsoft.com/office/drawing/2014/main" id="{3D4F96C0-BF98-6F79-6B89-6E3611C640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06253" y="3258351"/>
                <a:ext cx="810360" cy="13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9" name="Encre 28">
                <a:extLst>
                  <a:ext uri="{FF2B5EF4-FFF2-40B4-BE49-F238E27FC236}">
                    <a16:creationId xmlns:a16="http://schemas.microsoft.com/office/drawing/2014/main" id="{43CE7F3D-D8DA-C6E1-09F9-ED885CCEB6C6}"/>
                  </a:ext>
                </a:extLst>
              </p14:cNvPr>
              <p14:cNvContentPartPr/>
              <p14:nvPr/>
            </p14:nvContentPartPr>
            <p14:xfrm>
              <a:off x="9605493" y="3439071"/>
              <a:ext cx="279360" cy="2325240"/>
            </p14:xfrm>
          </p:contentPart>
        </mc:Choice>
        <mc:Fallback>
          <p:pic>
            <p:nvPicPr>
              <p:cNvPr id="29" name="Encre 28">
                <a:extLst>
                  <a:ext uri="{FF2B5EF4-FFF2-40B4-BE49-F238E27FC236}">
                    <a16:creationId xmlns:a16="http://schemas.microsoft.com/office/drawing/2014/main" id="{43CE7F3D-D8DA-C6E1-09F9-ED885CCEB6C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01173" y="3434751"/>
                <a:ext cx="288000" cy="233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3" name="Encre 32">
                <a:extLst>
                  <a:ext uri="{FF2B5EF4-FFF2-40B4-BE49-F238E27FC236}">
                    <a16:creationId xmlns:a16="http://schemas.microsoft.com/office/drawing/2014/main" id="{62DA54CA-E576-86D5-2DA7-8C8BB95A240C}"/>
                  </a:ext>
                </a:extLst>
              </p14:cNvPr>
              <p14:cNvContentPartPr/>
              <p14:nvPr/>
            </p14:nvContentPartPr>
            <p14:xfrm>
              <a:off x="6681933" y="4089951"/>
              <a:ext cx="182160" cy="1199880"/>
            </p14:xfrm>
          </p:contentPart>
        </mc:Choice>
        <mc:Fallback>
          <p:pic>
            <p:nvPicPr>
              <p:cNvPr id="33" name="Encre 32">
                <a:extLst>
                  <a:ext uri="{FF2B5EF4-FFF2-40B4-BE49-F238E27FC236}">
                    <a16:creationId xmlns:a16="http://schemas.microsoft.com/office/drawing/2014/main" id="{62DA54CA-E576-86D5-2DA7-8C8BB95A24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77613" y="4085631"/>
                <a:ext cx="190800" cy="120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e 42">
            <a:extLst>
              <a:ext uri="{FF2B5EF4-FFF2-40B4-BE49-F238E27FC236}">
                <a16:creationId xmlns:a16="http://schemas.microsoft.com/office/drawing/2014/main" id="{D5A76ADD-A8F0-55A4-3797-E6A964CCD883}"/>
              </a:ext>
            </a:extLst>
          </p:cNvPr>
          <p:cNvGrpSpPr/>
          <p:nvPr/>
        </p:nvGrpSpPr>
        <p:grpSpPr>
          <a:xfrm>
            <a:off x="3840440" y="3349960"/>
            <a:ext cx="3861360" cy="2411280"/>
            <a:chOff x="3840440" y="3349960"/>
            <a:chExt cx="3861360" cy="241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Encre 10">
                  <a:extLst>
                    <a:ext uri="{FF2B5EF4-FFF2-40B4-BE49-F238E27FC236}">
                      <a16:creationId xmlns:a16="http://schemas.microsoft.com/office/drawing/2014/main" id="{64DA0CBD-98A4-26D0-D892-CD12114F780F}"/>
                    </a:ext>
                  </a:extLst>
                </p14:cNvPr>
                <p14:cNvContentPartPr/>
                <p14:nvPr/>
              </p14:nvContentPartPr>
              <p14:xfrm>
                <a:off x="3840440" y="3349960"/>
                <a:ext cx="965880" cy="1984680"/>
              </p14:xfrm>
            </p:contentPart>
          </mc:Choice>
          <mc:Fallback>
            <p:pic>
              <p:nvPicPr>
                <p:cNvPr id="11" name="Encre 10">
                  <a:extLst>
                    <a:ext uri="{FF2B5EF4-FFF2-40B4-BE49-F238E27FC236}">
                      <a16:creationId xmlns:a16="http://schemas.microsoft.com/office/drawing/2014/main" id="{64DA0CBD-98A4-26D0-D892-CD12114F780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36120" y="3345640"/>
                  <a:ext cx="974520" cy="19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Encre 11">
                  <a:extLst>
                    <a:ext uri="{FF2B5EF4-FFF2-40B4-BE49-F238E27FC236}">
                      <a16:creationId xmlns:a16="http://schemas.microsoft.com/office/drawing/2014/main" id="{0DBF7F1B-BED0-08FF-61BA-D1DFB9BD5D33}"/>
                    </a:ext>
                  </a:extLst>
                </p14:cNvPr>
                <p14:cNvContentPartPr/>
                <p14:nvPr/>
              </p14:nvContentPartPr>
              <p14:xfrm>
                <a:off x="5168480" y="3409720"/>
                <a:ext cx="1100520" cy="2351520"/>
              </p14:xfrm>
            </p:contentPart>
          </mc:Choice>
          <mc:Fallback>
            <p:pic>
              <p:nvPicPr>
                <p:cNvPr id="12" name="Encre 11">
                  <a:extLst>
                    <a:ext uri="{FF2B5EF4-FFF2-40B4-BE49-F238E27FC236}">
                      <a16:creationId xmlns:a16="http://schemas.microsoft.com/office/drawing/2014/main" id="{0DBF7F1B-BED0-08FF-61BA-D1DFB9BD5D3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64160" y="3405400"/>
                  <a:ext cx="1109160" cy="23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Encre 13">
                  <a:extLst>
                    <a:ext uri="{FF2B5EF4-FFF2-40B4-BE49-F238E27FC236}">
                      <a16:creationId xmlns:a16="http://schemas.microsoft.com/office/drawing/2014/main" id="{86EF8D3E-DA78-CC13-8F80-F56360FD8D34}"/>
                    </a:ext>
                  </a:extLst>
                </p14:cNvPr>
                <p14:cNvContentPartPr/>
                <p14:nvPr/>
              </p14:nvContentPartPr>
              <p14:xfrm>
                <a:off x="6593720" y="3760360"/>
                <a:ext cx="1108080" cy="1970280"/>
              </p14:xfrm>
            </p:contentPart>
          </mc:Choice>
          <mc:Fallback>
            <p:pic>
              <p:nvPicPr>
                <p:cNvPr id="14" name="Encre 13">
                  <a:extLst>
                    <a:ext uri="{FF2B5EF4-FFF2-40B4-BE49-F238E27FC236}">
                      <a16:creationId xmlns:a16="http://schemas.microsoft.com/office/drawing/2014/main" id="{86EF8D3E-DA78-CC13-8F80-F56360FD8D3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89400" y="3756040"/>
                  <a:ext cx="1116720" cy="19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2" name="Encre 41">
                  <a:extLst>
                    <a:ext uri="{FF2B5EF4-FFF2-40B4-BE49-F238E27FC236}">
                      <a16:creationId xmlns:a16="http://schemas.microsoft.com/office/drawing/2014/main" id="{BD116B13-8B57-3910-B482-A6F207A49111}"/>
                    </a:ext>
                  </a:extLst>
                </p14:cNvPr>
                <p14:cNvContentPartPr/>
                <p14:nvPr/>
              </p14:nvContentPartPr>
              <p14:xfrm>
                <a:off x="5694453" y="4133151"/>
                <a:ext cx="266400" cy="844200"/>
              </p14:xfrm>
            </p:contentPart>
          </mc:Choice>
          <mc:Fallback>
            <p:pic>
              <p:nvPicPr>
                <p:cNvPr id="42" name="Encre 41">
                  <a:extLst>
                    <a:ext uri="{FF2B5EF4-FFF2-40B4-BE49-F238E27FC236}">
                      <a16:creationId xmlns:a16="http://schemas.microsoft.com/office/drawing/2014/main" id="{BD116B13-8B57-3910-B482-A6F207A4911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90133" y="4128831"/>
                  <a:ext cx="275040" cy="85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4" name="Encre 43">
                <a:extLst>
                  <a:ext uri="{FF2B5EF4-FFF2-40B4-BE49-F238E27FC236}">
                    <a16:creationId xmlns:a16="http://schemas.microsoft.com/office/drawing/2014/main" id="{1251EBCC-B4CA-ED38-9A82-CC8E0D2F8B0D}"/>
                  </a:ext>
                </a:extLst>
              </p14:cNvPr>
              <p14:cNvContentPartPr/>
              <p14:nvPr/>
            </p14:nvContentPartPr>
            <p14:xfrm>
              <a:off x="2994453" y="453591"/>
              <a:ext cx="3523320" cy="3251520"/>
            </p14:xfrm>
          </p:contentPart>
        </mc:Choice>
        <mc:Fallback>
          <p:pic>
            <p:nvPicPr>
              <p:cNvPr id="44" name="Encre 43">
                <a:extLst>
                  <a:ext uri="{FF2B5EF4-FFF2-40B4-BE49-F238E27FC236}">
                    <a16:creationId xmlns:a16="http://schemas.microsoft.com/office/drawing/2014/main" id="{1251EBCC-B4CA-ED38-9A82-CC8E0D2F8B0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90133" y="449271"/>
                <a:ext cx="3531960" cy="326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8" name="Encre 47">
                <a:extLst>
                  <a:ext uri="{FF2B5EF4-FFF2-40B4-BE49-F238E27FC236}">
                    <a16:creationId xmlns:a16="http://schemas.microsoft.com/office/drawing/2014/main" id="{51D90C44-D744-AF98-6910-ED6018D1424F}"/>
                  </a:ext>
                </a:extLst>
              </p14:cNvPr>
              <p14:cNvContentPartPr/>
              <p14:nvPr/>
            </p14:nvContentPartPr>
            <p14:xfrm>
              <a:off x="6296733" y="240111"/>
              <a:ext cx="3521160" cy="3629160"/>
            </p14:xfrm>
          </p:contentPart>
        </mc:Choice>
        <mc:Fallback>
          <p:pic>
            <p:nvPicPr>
              <p:cNvPr id="48" name="Encre 47">
                <a:extLst>
                  <a:ext uri="{FF2B5EF4-FFF2-40B4-BE49-F238E27FC236}">
                    <a16:creationId xmlns:a16="http://schemas.microsoft.com/office/drawing/2014/main" id="{51D90C44-D744-AF98-6910-ED6018D1424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292413" y="235791"/>
                <a:ext cx="3529800" cy="36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9" name="Encre 48">
                <a:extLst>
                  <a:ext uri="{FF2B5EF4-FFF2-40B4-BE49-F238E27FC236}">
                    <a16:creationId xmlns:a16="http://schemas.microsoft.com/office/drawing/2014/main" id="{251A304A-E197-3414-BE2A-76AC51BE094D}"/>
                  </a:ext>
                </a:extLst>
              </p14:cNvPr>
              <p14:cNvContentPartPr/>
              <p14:nvPr/>
            </p14:nvContentPartPr>
            <p14:xfrm>
              <a:off x="9066213" y="3264111"/>
              <a:ext cx="54720" cy="360"/>
            </p14:xfrm>
          </p:contentPart>
        </mc:Choice>
        <mc:Fallback>
          <p:pic>
            <p:nvPicPr>
              <p:cNvPr id="49" name="Encre 48">
                <a:extLst>
                  <a:ext uri="{FF2B5EF4-FFF2-40B4-BE49-F238E27FC236}">
                    <a16:creationId xmlns:a16="http://schemas.microsoft.com/office/drawing/2014/main" id="{251A304A-E197-3414-BE2A-76AC51BE094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061893" y="3259791"/>
                <a:ext cx="6336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0" name="Encre 49">
                <a:extLst>
                  <a:ext uri="{FF2B5EF4-FFF2-40B4-BE49-F238E27FC236}">
                    <a16:creationId xmlns:a16="http://schemas.microsoft.com/office/drawing/2014/main" id="{CFADFF1B-293D-0783-085B-63DA73A28489}"/>
                  </a:ext>
                </a:extLst>
              </p14:cNvPr>
              <p14:cNvContentPartPr/>
              <p14:nvPr/>
            </p14:nvContentPartPr>
            <p14:xfrm>
              <a:off x="9406413" y="1387431"/>
              <a:ext cx="2115000" cy="2189160"/>
            </p14:xfrm>
          </p:contentPart>
        </mc:Choice>
        <mc:Fallback>
          <p:pic>
            <p:nvPicPr>
              <p:cNvPr id="50" name="Encre 49">
                <a:extLst>
                  <a:ext uri="{FF2B5EF4-FFF2-40B4-BE49-F238E27FC236}">
                    <a16:creationId xmlns:a16="http://schemas.microsoft.com/office/drawing/2014/main" id="{CFADFF1B-293D-0783-085B-63DA73A2848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402093" y="1383111"/>
                <a:ext cx="2123640" cy="219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e 52">
            <a:extLst>
              <a:ext uri="{FF2B5EF4-FFF2-40B4-BE49-F238E27FC236}">
                <a16:creationId xmlns:a16="http://schemas.microsoft.com/office/drawing/2014/main" id="{E1BA7724-053D-578D-9942-A974B82C1C38}"/>
              </a:ext>
            </a:extLst>
          </p:cNvPr>
          <p:cNvGrpSpPr/>
          <p:nvPr/>
        </p:nvGrpSpPr>
        <p:grpSpPr>
          <a:xfrm>
            <a:off x="5255973" y="3084471"/>
            <a:ext cx="2453040" cy="1129320"/>
            <a:chOff x="5255973" y="3084471"/>
            <a:chExt cx="2453040" cy="112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6" name="Encre 45">
                  <a:extLst>
                    <a:ext uri="{FF2B5EF4-FFF2-40B4-BE49-F238E27FC236}">
                      <a16:creationId xmlns:a16="http://schemas.microsoft.com/office/drawing/2014/main" id="{F50EADFE-48ED-D880-CA03-4C01C08B95D1}"/>
                    </a:ext>
                  </a:extLst>
                </p14:cNvPr>
                <p14:cNvContentPartPr/>
                <p14:nvPr/>
              </p14:nvContentPartPr>
              <p14:xfrm>
                <a:off x="5255973" y="3692151"/>
                <a:ext cx="763200" cy="521640"/>
              </p14:xfrm>
            </p:contentPart>
          </mc:Choice>
          <mc:Fallback>
            <p:pic>
              <p:nvPicPr>
                <p:cNvPr id="46" name="Encre 45">
                  <a:extLst>
                    <a:ext uri="{FF2B5EF4-FFF2-40B4-BE49-F238E27FC236}">
                      <a16:creationId xmlns:a16="http://schemas.microsoft.com/office/drawing/2014/main" id="{F50EADFE-48ED-D880-CA03-4C01C08B95D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51653" y="3687831"/>
                  <a:ext cx="77184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7" name="Encre 46">
                  <a:extLst>
                    <a:ext uri="{FF2B5EF4-FFF2-40B4-BE49-F238E27FC236}">
                      <a16:creationId xmlns:a16="http://schemas.microsoft.com/office/drawing/2014/main" id="{3BF66B26-EC69-C004-201D-44D9FD390F1C}"/>
                    </a:ext>
                  </a:extLst>
                </p14:cNvPr>
                <p14:cNvContentPartPr/>
                <p14:nvPr/>
              </p14:nvContentPartPr>
              <p14:xfrm>
                <a:off x="6305733" y="3084471"/>
                <a:ext cx="1403280" cy="733680"/>
              </p14:xfrm>
            </p:contentPart>
          </mc:Choice>
          <mc:Fallback>
            <p:pic>
              <p:nvPicPr>
                <p:cNvPr id="47" name="Encre 46">
                  <a:extLst>
                    <a:ext uri="{FF2B5EF4-FFF2-40B4-BE49-F238E27FC236}">
                      <a16:creationId xmlns:a16="http://schemas.microsoft.com/office/drawing/2014/main" id="{3BF66B26-EC69-C004-201D-44D9FD390F1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301413" y="3080151"/>
                  <a:ext cx="1411920" cy="74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2" name="Encre 51">
                  <a:extLst>
                    <a:ext uri="{FF2B5EF4-FFF2-40B4-BE49-F238E27FC236}">
                      <a16:creationId xmlns:a16="http://schemas.microsoft.com/office/drawing/2014/main" id="{97F74745-E045-B9E5-E6D8-88789C51DFDF}"/>
                    </a:ext>
                  </a:extLst>
                </p14:cNvPr>
                <p14:cNvContentPartPr/>
                <p14:nvPr/>
              </p14:nvContentPartPr>
              <p14:xfrm>
                <a:off x="6655293" y="3739671"/>
                <a:ext cx="429840" cy="322920"/>
              </p14:xfrm>
            </p:contentPart>
          </mc:Choice>
          <mc:Fallback>
            <p:pic>
              <p:nvPicPr>
                <p:cNvPr id="52" name="Encre 51">
                  <a:extLst>
                    <a:ext uri="{FF2B5EF4-FFF2-40B4-BE49-F238E27FC236}">
                      <a16:creationId xmlns:a16="http://schemas.microsoft.com/office/drawing/2014/main" id="{97F74745-E045-B9E5-E6D8-88789C51DFD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50973" y="3735351"/>
                  <a:ext cx="438480" cy="33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5" name="Encre 54">
                <a:extLst>
                  <a:ext uri="{FF2B5EF4-FFF2-40B4-BE49-F238E27FC236}">
                    <a16:creationId xmlns:a16="http://schemas.microsoft.com/office/drawing/2014/main" id="{49544AFB-5BA6-7ECC-A814-8FDE70DA569B}"/>
                  </a:ext>
                </a:extLst>
              </p14:cNvPr>
              <p14:cNvContentPartPr/>
              <p14:nvPr/>
            </p14:nvContentPartPr>
            <p14:xfrm>
              <a:off x="536013" y="277911"/>
              <a:ext cx="2173680" cy="2315160"/>
            </p14:xfrm>
          </p:contentPart>
        </mc:Choice>
        <mc:Fallback>
          <p:pic>
            <p:nvPicPr>
              <p:cNvPr id="55" name="Encre 54">
                <a:extLst>
                  <a:ext uri="{FF2B5EF4-FFF2-40B4-BE49-F238E27FC236}">
                    <a16:creationId xmlns:a16="http://schemas.microsoft.com/office/drawing/2014/main" id="{49544AFB-5BA6-7ECC-A814-8FDE70DA569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31693" y="273591"/>
                <a:ext cx="2182320" cy="23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6" name="Encre 55">
                <a:extLst>
                  <a:ext uri="{FF2B5EF4-FFF2-40B4-BE49-F238E27FC236}">
                    <a16:creationId xmlns:a16="http://schemas.microsoft.com/office/drawing/2014/main" id="{0E8A5AE8-360B-99A1-CFEC-5EADD507D6B9}"/>
                  </a:ext>
                </a:extLst>
              </p14:cNvPr>
              <p14:cNvContentPartPr/>
              <p14:nvPr/>
            </p14:nvContentPartPr>
            <p14:xfrm>
              <a:off x="10750653" y="2380671"/>
              <a:ext cx="1145520" cy="1566720"/>
            </p14:xfrm>
          </p:contentPart>
        </mc:Choice>
        <mc:Fallback>
          <p:pic>
            <p:nvPicPr>
              <p:cNvPr id="56" name="Encre 55">
                <a:extLst>
                  <a:ext uri="{FF2B5EF4-FFF2-40B4-BE49-F238E27FC236}">
                    <a16:creationId xmlns:a16="http://schemas.microsoft.com/office/drawing/2014/main" id="{0E8A5AE8-360B-99A1-CFEC-5EADD507D6B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746333" y="2376351"/>
                <a:ext cx="1154160" cy="1575360"/>
              </a:xfrm>
              <a:prstGeom prst="rect">
                <a:avLst/>
              </a:prstGeom>
            </p:spPr>
          </p:pic>
        </mc:Fallback>
      </mc:AlternateContent>
      <p:sp>
        <p:nvSpPr>
          <p:cNvPr id="58" name="ZoneTexte 57">
            <a:extLst>
              <a:ext uri="{FF2B5EF4-FFF2-40B4-BE49-F238E27FC236}">
                <a16:creationId xmlns:a16="http://schemas.microsoft.com/office/drawing/2014/main" id="{20BD266E-2FCD-CC2A-2E08-F2124131071E}"/>
              </a:ext>
            </a:extLst>
          </p:cNvPr>
          <p:cNvSpPr txBox="1"/>
          <p:nvPr/>
        </p:nvSpPr>
        <p:spPr>
          <a:xfrm>
            <a:off x="10180091" y="464038"/>
            <a:ext cx="10859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err="1"/>
              <a:t>Timer</a:t>
            </a:r>
            <a:endParaRPr lang="fr-FR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F255105-DA2E-C31A-DD66-E5B46C3F850B}"/>
              </a:ext>
            </a:extLst>
          </p:cNvPr>
          <p:cNvSpPr/>
          <p:nvPr/>
        </p:nvSpPr>
        <p:spPr>
          <a:xfrm>
            <a:off x="11330668" y="431340"/>
            <a:ext cx="449249" cy="4136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noFill/>
            </a:endParaRPr>
          </a:p>
        </p:txBody>
      </p: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976EC2B2-5925-254E-D3E2-F51D344DDCCB}"/>
              </a:ext>
            </a:extLst>
          </p:cNvPr>
          <p:cNvCxnSpPr>
            <a:cxnSpLocks/>
          </p:cNvCxnSpPr>
          <p:nvPr/>
        </p:nvCxnSpPr>
        <p:spPr>
          <a:xfrm>
            <a:off x="11409680" y="505460"/>
            <a:ext cx="30988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3C35FC5A-6CAB-2237-B2BA-98D2C0FA68A4}"/>
              </a:ext>
            </a:extLst>
          </p:cNvPr>
          <p:cNvCxnSpPr>
            <a:cxnSpLocks/>
          </p:cNvCxnSpPr>
          <p:nvPr/>
        </p:nvCxnSpPr>
        <p:spPr>
          <a:xfrm>
            <a:off x="11409680" y="614680"/>
            <a:ext cx="30988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0EAB1E78-8922-B4EA-E3E2-5084049BDC3F}"/>
              </a:ext>
            </a:extLst>
          </p:cNvPr>
          <p:cNvCxnSpPr>
            <a:cxnSpLocks/>
          </p:cNvCxnSpPr>
          <p:nvPr/>
        </p:nvCxnSpPr>
        <p:spPr>
          <a:xfrm>
            <a:off x="11414133" y="721360"/>
            <a:ext cx="30988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FAE470E1-87DC-C371-CD63-949FD7E506F3}"/>
              </a:ext>
            </a:extLst>
          </p:cNvPr>
          <p:cNvSpPr txBox="1"/>
          <p:nvPr/>
        </p:nvSpPr>
        <p:spPr>
          <a:xfrm>
            <a:off x="645448" y="464329"/>
            <a:ext cx="255782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Barre de destruction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BD01ED-9FC2-7527-4F85-F1D5663B8D53}"/>
              </a:ext>
            </a:extLst>
          </p:cNvPr>
          <p:cNvSpPr/>
          <p:nvPr/>
        </p:nvSpPr>
        <p:spPr>
          <a:xfrm>
            <a:off x="615326" y="5014873"/>
            <a:ext cx="678426" cy="110367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B7F5E3F-1424-E26E-2990-EA12376877D4}"/>
              </a:ext>
            </a:extLst>
          </p:cNvPr>
          <p:cNvSpPr txBox="1"/>
          <p:nvPr/>
        </p:nvSpPr>
        <p:spPr>
          <a:xfrm>
            <a:off x="1657572" y="5392683"/>
            <a:ext cx="1942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Réservoir d’eau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DF061E4A-7E88-6112-D469-C8330027A8FC}"/>
              </a:ext>
            </a:extLst>
          </p:cNvPr>
          <p:cNvCxnSpPr>
            <a:stCxn id="7" idx="1"/>
            <a:endCxn id="6" idx="3"/>
          </p:cNvCxnSpPr>
          <p:nvPr/>
        </p:nvCxnSpPr>
        <p:spPr>
          <a:xfrm flipH="1" flipV="1">
            <a:off x="1293752" y="5566709"/>
            <a:ext cx="363820" cy="1064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6">
            <p14:nvContentPartPr>
              <p14:cNvPr id="19" name="Encre 18">
                <a:extLst>
                  <a:ext uri="{FF2B5EF4-FFF2-40B4-BE49-F238E27FC236}">
                    <a16:creationId xmlns:a16="http://schemas.microsoft.com/office/drawing/2014/main" id="{16730CF6-92A4-B449-DD1D-C21279B878FE}"/>
                  </a:ext>
                </a:extLst>
              </p14:cNvPr>
              <p14:cNvContentPartPr/>
              <p14:nvPr/>
            </p14:nvContentPartPr>
            <p14:xfrm>
              <a:off x="9839501" y="4840220"/>
              <a:ext cx="397800" cy="554400"/>
            </p14:xfrm>
          </p:contentPart>
        </mc:Choice>
        <mc:Fallback>
          <p:pic>
            <p:nvPicPr>
              <p:cNvPr id="19" name="Encre 18">
                <a:extLst>
                  <a:ext uri="{FF2B5EF4-FFF2-40B4-BE49-F238E27FC236}">
                    <a16:creationId xmlns:a16="http://schemas.microsoft.com/office/drawing/2014/main" id="{16730CF6-92A4-B449-DD1D-C21279B878F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776861" y="4462220"/>
                <a:ext cx="523440" cy="13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8">
            <p14:nvContentPartPr>
              <p14:cNvPr id="34" name="Encre 33">
                <a:extLst>
                  <a:ext uri="{FF2B5EF4-FFF2-40B4-BE49-F238E27FC236}">
                    <a16:creationId xmlns:a16="http://schemas.microsoft.com/office/drawing/2014/main" id="{ED5B2D91-3F68-3CDB-DD5A-BC9192C2E087}"/>
                  </a:ext>
                </a:extLst>
              </p14:cNvPr>
              <p14:cNvContentPartPr/>
              <p14:nvPr/>
            </p14:nvContentPartPr>
            <p14:xfrm>
              <a:off x="9779381" y="4830500"/>
              <a:ext cx="497880" cy="334440"/>
            </p14:xfrm>
          </p:contentPart>
        </mc:Choice>
        <mc:Fallback>
          <p:pic>
            <p:nvPicPr>
              <p:cNvPr id="34" name="Encre 33">
                <a:extLst>
                  <a:ext uri="{FF2B5EF4-FFF2-40B4-BE49-F238E27FC236}">
                    <a16:creationId xmlns:a16="http://schemas.microsoft.com/office/drawing/2014/main" id="{ED5B2D91-3F68-3CDB-DD5A-BC9192C2E08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716741" y="4452860"/>
                <a:ext cx="623520" cy="10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0">
            <p14:nvContentPartPr>
              <p14:cNvPr id="45" name="Encre 44">
                <a:extLst>
                  <a:ext uri="{FF2B5EF4-FFF2-40B4-BE49-F238E27FC236}">
                    <a16:creationId xmlns:a16="http://schemas.microsoft.com/office/drawing/2014/main" id="{979C6250-8DA3-7AA9-DF11-F683E924D447}"/>
                  </a:ext>
                </a:extLst>
              </p14:cNvPr>
              <p14:cNvContentPartPr/>
              <p14:nvPr/>
            </p14:nvContentPartPr>
            <p14:xfrm>
              <a:off x="9724661" y="4758860"/>
              <a:ext cx="580680" cy="331920"/>
            </p14:xfrm>
          </p:contentPart>
        </mc:Choice>
        <mc:Fallback>
          <p:pic>
            <p:nvPicPr>
              <p:cNvPr id="45" name="Encre 44">
                <a:extLst>
                  <a:ext uri="{FF2B5EF4-FFF2-40B4-BE49-F238E27FC236}">
                    <a16:creationId xmlns:a16="http://schemas.microsoft.com/office/drawing/2014/main" id="{979C6250-8DA3-7AA9-DF11-F683E924D44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662021" y="4380860"/>
                <a:ext cx="706320" cy="10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2">
            <p14:nvContentPartPr>
              <p14:cNvPr id="51" name="Encre 50">
                <a:extLst>
                  <a:ext uri="{FF2B5EF4-FFF2-40B4-BE49-F238E27FC236}">
                    <a16:creationId xmlns:a16="http://schemas.microsoft.com/office/drawing/2014/main" id="{C7A1A345-98AA-4AF6-584A-EDFDAD6E5C13}"/>
                  </a:ext>
                </a:extLst>
              </p14:cNvPr>
              <p14:cNvContentPartPr/>
              <p14:nvPr/>
            </p14:nvContentPartPr>
            <p14:xfrm>
              <a:off x="8356992" y="2079763"/>
              <a:ext cx="397800" cy="554400"/>
            </p14:xfrm>
          </p:contentPart>
        </mc:Choice>
        <mc:Fallback>
          <p:pic>
            <p:nvPicPr>
              <p:cNvPr id="51" name="Encre 50">
                <a:extLst>
                  <a:ext uri="{FF2B5EF4-FFF2-40B4-BE49-F238E27FC236}">
                    <a16:creationId xmlns:a16="http://schemas.microsoft.com/office/drawing/2014/main" id="{C7A1A345-98AA-4AF6-584A-EDFDAD6E5C1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294352" y="1701763"/>
                <a:ext cx="523440" cy="13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4">
            <p14:nvContentPartPr>
              <p14:cNvPr id="54" name="Encre 53">
                <a:extLst>
                  <a:ext uri="{FF2B5EF4-FFF2-40B4-BE49-F238E27FC236}">
                    <a16:creationId xmlns:a16="http://schemas.microsoft.com/office/drawing/2014/main" id="{48975EB1-B4EE-18F9-E7DA-E9D1142F61B2}"/>
                  </a:ext>
                </a:extLst>
              </p14:cNvPr>
              <p14:cNvContentPartPr/>
              <p14:nvPr/>
            </p14:nvContentPartPr>
            <p14:xfrm>
              <a:off x="8296872" y="2070043"/>
              <a:ext cx="497880" cy="334440"/>
            </p14:xfrm>
          </p:contentPart>
        </mc:Choice>
        <mc:Fallback>
          <p:pic>
            <p:nvPicPr>
              <p:cNvPr id="54" name="Encre 53">
                <a:extLst>
                  <a:ext uri="{FF2B5EF4-FFF2-40B4-BE49-F238E27FC236}">
                    <a16:creationId xmlns:a16="http://schemas.microsoft.com/office/drawing/2014/main" id="{48975EB1-B4EE-18F9-E7DA-E9D1142F61B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234232" y="1692403"/>
                <a:ext cx="623520" cy="10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6">
            <p14:nvContentPartPr>
              <p14:cNvPr id="57" name="Encre 56">
                <a:extLst>
                  <a:ext uri="{FF2B5EF4-FFF2-40B4-BE49-F238E27FC236}">
                    <a16:creationId xmlns:a16="http://schemas.microsoft.com/office/drawing/2014/main" id="{55CD304B-71C1-21C8-4B0B-3B3AF27C2628}"/>
                  </a:ext>
                </a:extLst>
              </p14:cNvPr>
              <p14:cNvContentPartPr/>
              <p14:nvPr/>
            </p14:nvContentPartPr>
            <p14:xfrm>
              <a:off x="8242152" y="1998403"/>
              <a:ext cx="580680" cy="331920"/>
            </p14:xfrm>
          </p:contentPart>
        </mc:Choice>
        <mc:Fallback>
          <p:pic>
            <p:nvPicPr>
              <p:cNvPr id="57" name="Encre 56">
                <a:extLst>
                  <a:ext uri="{FF2B5EF4-FFF2-40B4-BE49-F238E27FC236}">
                    <a16:creationId xmlns:a16="http://schemas.microsoft.com/office/drawing/2014/main" id="{55CD304B-71C1-21C8-4B0B-3B3AF27C262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179512" y="1620403"/>
                <a:ext cx="706320" cy="10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8">
            <p14:nvContentPartPr>
              <p14:cNvPr id="60" name="Encre 59">
                <a:extLst>
                  <a:ext uri="{FF2B5EF4-FFF2-40B4-BE49-F238E27FC236}">
                    <a16:creationId xmlns:a16="http://schemas.microsoft.com/office/drawing/2014/main" id="{E5BB53D2-EA17-69FF-13FB-59218457F020}"/>
                  </a:ext>
                </a:extLst>
              </p14:cNvPr>
              <p14:cNvContentPartPr/>
              <p14:nvPr/>
            </p14:nvContentPartPr>
            <p14:xfrm>
              <a:off x="4033413" y="3202422"/>
              <a:ext cx="397800" cy="554400"/>
            </p14:xfrm>
          </p:contentPart>
        </mc:Choice>
        <mc:Fallback>
          <p:pic>
            <p:nvPicPr>
              <p:cNvPr id="60" name="Encre 59">
                <a:extLst>
                  <a:ext uri="{FF2B5EF4-FFF2-40B4-BE49-F238E27FC236}">
                    <a16:creationId xmlns:a16="http://schemas.microsoft.com/office/drawing/2014/main" id="{E5BB53D2-EA17-69FF-13FB-59218457F02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970773" y="2824782"/>
                <a:ext cx="523440" cy="13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0">
            <p14:nvContentPartPr>
              <p14:cNvPr id="62" name="Encre 61">
                <a:extLst>
                  <a:ext uri="{FF2B5EF4-FFF2-40B4-BE49-F238E27FC236}">
                    <a16:creationId xmlns:a16="http://schemas.microsoft.com/office/drawing/2014/main" id="{92FC0B55-4160-DD18-1D36-1D4EBA14FDEC}"/>
                  </a:ext>
                </a:extLst>
              </p14:cNvPr>
              <p14:cNvContentPartPr/>
              <p14:nvPr/>
            </p14:nvContentPartPr>
            <p14:xfrm>
              <a:off x="3973293" y="3192702"/>
              <a:ext cx="497880" cy="334440"/>
            </p14:xfrm>
          </p:contentPart>
        </mc:Choice>
        <mc:Fallback>
          <p:pic>
            <p:nvPicPr>
              <p:cNvPr id="62" name="Encre 61">
                <a:extLst>
                  <a:ext uri="{FF2B5EF4-FFF2-40B4-BE49-F238E27FC236}">
                    <a16:creationId xmlns:a16="http://schemas.microsoft.com/office/drawing/2014/main" id="{92FC0B55-4160-DD18-1D36-1D4EBA14FDE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910653" y="2814702"/>
                <a:ext cx="623520" cy="10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2">
            <p14:nvContentPartPr>
              <p14:cNvPr id="65" name="Encre 64">
                <a:extLst>
                  <a:ext uri="{FF2B5EF4-FFF2-40B4-BE49-F238E27FC236}">
                    <a16:creationId xmlns:a16="http://schemas.microsoft.com/office/drawing/2014/main" id="{32B5A443-52F7-2F89-B3EF-B9AB24979DBC}"/>
                  </a:ext>
                </a:extLst>
              </p14:cNvPr>
              <p14:cNvContentPartPr/>
              <p14:nvPr/>
            </p14:nvContentPartPr>
            <p14:xfrm>
              <a:off x="3918573" y="3121062"/>
              <a:ext cx="580680" cy="331920"/>
            </p14:xfrm>
          </p:contentPart>
        </mc:Choice>
        <mc:Fallback>
          <p:pic>
            <p:nvPicPr>
              <p:cNvPr id="65" name="Encre 64">
                <a:extLst>
                  <a:ext uri="{FF2B5EF4-FFF2-40B4-BE49-F238E27FC236}">
                    <a16:creationId xmlns:a16="http://schemas.microsoft.com/office/drawing/2014/main" id="{32B5A443-52F7-2F89-B3EF-B9AB24979DB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855933" y="2743422"/>
                <a:ext cx="706320" cy="10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4">
            <p14:nvContentPartPr>
              <p14:cNvPr id="67" name="Encre 66">
                <a:extLst>
                  <a:ext uri="{FF2B5EF4-FFF2-40B4-BE49-F238E27FC236}">
                    <a16:creationId xmlns:a16="http://schemas.microsoft.com/office/drawing/2014/main" id="{C01C2CB1-89BA-8B05-4E83-4D7E1A239A62}"/>
                  </a:ext>
                </a:extLst>
              </p14:cNvPr>
              <p14:cNvContentPartPr/>
              <p14:nvPr/>
            </p14:nvContentPartPr>
            <p14:xfrm>
              <a:off x="3325897" y="1136871"/>
              <a:ext cx="397800" cy="554400"/>
            </p14:xfrm>
          </p:contentPart>
        </mc:Choice>
        <mc:Fallback>
          <p:pic>
            <p:nvPicPr>
              <p:cNvPr id="67" name="Encre 66">
                <a:extLst>
                  <a:ext uri="{FF2B5EF4-FFF2-40B4-BE49-F238E27FC236}">
                    <a16:creationId xmlns:a16="http://schemas.microsoft.com/office/drawing/2014/main" id="{C01C2CB1-89BA-8B05-4E83-4D7E1A239A6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263257" y="759231"/>
                <a:ext cx="523440" cy="13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6">
            <p14:nvContentPartPr>
              <p14:cNvPr id="68" name="Encre 67">
                <a:extLst>
                  <a:ext uri="{FF2B5EF4-FFF2-40B4-BE49-F238E27FC236}">
                    <a16:creationId xmlns:a16="http://schemas.microsoft.com/office/drawing/2014/main" id="{16DD554B-A0F5-7EB5-F611-A04955644AF2}"/>
                  </a:ext>
                </a:extLst>
              </p14:cNvPr>
              <p14:cNvContentPartPr/>
              <p14:nvPr/>
            </p14:nvContentPartPr>
            <p14:xfrm>
              <a:off x="3265777" y="1127151"/>
              <a:ext cx="497880" cy="334440"/>
            </p14:xfrm>
          </p:contentPart>
        </mc:Choice>
        <mc:Fallback>
          <p:pic>
            <p:nvPicPr>
              <p:cNvPr id="68" name="Encre 67">
                <a:extLst>
                  <a:ext uri="{FF2B5EF4-FFF2-40B4-BE49-F238E27FC236}">
                    <a16:creationId xmlns:a16="http://schemas.microsoft.com/office/drawing/2014/main" id="{16DD554B-A0F5-7EB5-F611-A04955644AF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203137" y="749151"/>
                <a:ext cx="623520" cy="10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8">
            <p14:nvContentPartPr>
              <p14:cNvPr id="69" name="Encre 68">
                <a:extLst>
                  <a:ext uri="{FF2B5EF4-FFF2-40B4-BE49-F238E27FC236}">
                    <a16:creationId xmlns:a16="http://schemas.microsoft.com/office/drawing/2014/main" id="{000D226F-4795-0302-9A13-7BA13DD501B6}"/>
                  </a:ext>
                </a:extLst>
              </p14:cNvPr>
              <p14:cNvContentPartPr/>
              <p14:nvPr/>
            </p14:nvContentPartPr>
            <p14:xfrm>
              <a:off x="3211057" y="1055511"/>
              <a:ext cx="580680" cy="331920"/>
            </p14:xfrm>
          </p:contentPart>
        </mc:Choice>
        <mc:Fallback>
          <p:pic>
            <p:nvPicPr>
              <p:cNvPr id="69" name="Encre 68">
                <a:extLst>
                  <a:ext uri="{FF2B5EF4-FFF2-40B4-BE49-F238E27FC236}">
                    <a16:creationId xmlns:a16="http://schemas.microsoft.com/office/drawing/2014/main" id="{000D226F-4795-0302-9A13-7BA13DD501B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148417" y="677871"/>
                <a:ext cx="706320" cy="1087560"/>
              </a:xfrm>
              <a:prstGeom prst="rect">
                <a:avLst/>
              </a:prstGeom>
            </p:spPr>
          </p:pic>
        </mc:Fallback>
      </mc:AlternateContent>
      <p:sp>
        <p:nvSpPr>
          <p:cNvPr id="70" name="ZoneTexte 69">
            <a:extLst>
              <a:ext uri="{FF2B5EF4-FFF2-40B4-BE49-F238E27FC236}">
                <a16:creationId xmlns:a16="http://schemas.microsoft.com/office/drawing/2014/main" id="{3813CB21-E20B-4DD2-46EA-45869F18EAF8}"/>
              </a:ext>
            </a:extLst>
          </p:cNvPr>
          <p:cNvSpPr txBox="1"/>
          <p:nvPr/>
        </p:nvSpPr>
        <p:spPr>
          <a:xfrm>
            <a:off x="5397910" y="2634163"/>
            <a:ext cx="2423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Flamme qui se repend </a:t>
            </a:r>
          </a:p>
        </p:txBody>
      </p:sp>
      <p:cxnSp>
        <p:nvCxnSpPr>
          <p:cNvPr id="72" name="Connecteur droit avec flèche 71">
            <a:extLst>
              <a:ext uri="{FF2B5EF4-FFF2-40B4-BE49-F238E27FC236}">
                <a16:creationId xmlns:a16="http://schemas.microsoft.com/office/drawing/2014/main" id="{B51FE7CD-3E1A-A6CE-B365-BF7EABC607AE}"/>
              </a:ext>
            </a:extLst>
          </p:cNvPr>
          <p:cNvCxnSpPr>
            <a:stCxn id="70" idx="1"/>
          </p:cNvCxnSpPr>
          <p:nvPr/>
        </p:nvCxnSpPr>
        <p:spPr>
          <a:xfrm flipH="1">
            <a:off x="4552119" y="2818829"/>
            <a:ext cx="845791" cy="55609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025D09FF-BB69-B23D-BC53-93972A73CC27}"/>
              </a:ext>
            </a:extLst>
          </p:cNvPr>
          <p:cNvCxnSpPr>
            <a:cxnSpLocks/>
            <a:stCxn id="70" idx="3"/>
          </p:cNvCxnSpPr>
          <p:nvPr/>
        </p:nvCxnSpPr>
        <p:spPr>
          <a:xfrm flipV="1">
            <a:off x="7821561" y="2458065"/>
            <a:ext cx="464989" cy="36076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4A006C82-0CC2-5ABC-40B1-DBA5ABDCA0CE}"/>
              </a:ext>
            </a:extLst>
          </p:cNvPr>
          <p:cNvCxnSpPr>
            <a:cxnSpLocks/>
            <a:stCxn id="70" idx="3"/>
          </p:cNvCxnSpPr>
          <p:nvPr/>
        </p:nvCxnSpPr>
        <p:spPr>
          <a:xfrm>
            <a:off x="7821561" y="2818829"/>
            <a:ext cx="1911033" cy="192667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D3E3A0CF-D9CB-5A19-BCEE-8D641911D760}"/>
              </a:ext>
            </a:extLst>
          </p:cNvPr>
          <p:cNvCxnSpPr>
            <a:cxnSpLocks/>
            <a:stCxn id="70" idx="1"/>
          </p:cNvCxnSpPr>
          <p:nvPr/>
        </p:nvCxnSpPr>
        <p:spPr>
          <a:xfrm flipH="1" flipV="1">
            <a:off x="3780871" y="1691271"/>
            <a:ext cx="1617039" cy="112755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E3F21ABB-D5BD-470D-5FB3-F6EE2BCC365A}"/>
              </a:ext>
            </a:extLst>
          </p:cNvPr>
          <p:cNvSpPr txBox="1"/>
          <p:nvPr/>
        </p:nvSpPr>
        <p:spPr>
          <a:xfrm>
            <a:off x="3483693" y="-20411"/>
            <a:ext cx="4644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Niveaux 1 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4CB86164-569C-3598-3AB1-8591B89DC8A3}"/>
              </a:ext>
            </a:extLst>
          </p:cNvPr>
          <p:cNvSpPr txBox="1"/>
          <p:nvPr/>
        </p:nvSpPr>
        <p:spPr>
          <a:xfrm>
            <a:off x="353961" y="6238229"/>
            <a:ext cx="11909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joueur doit récupérer de l’eau et la lancé sur les flammes pour les éteindre. Si La barre de destruction arrive a 100% le joueur perd, quand le time arrive a 0 la flamme arrête d’</a:t>
            </a:r>
            <a:r>
              <a:rPr lang="fr-FR" dirty="0" err="1"/>
              <a:t>aparaitre</a:t>
            </a:r>
            <a:r>
              <a:rPr lang="fr-FR" dirty="0"/>
              <a:t> et le joueur a gagner</a:t>
            </a:r>
          </a:p>
        </p:txBody>
      </p:sp>
    </p:spTree>
    <p:extLst>
      <p:ext uri="{BB962C8B-B14F-4D97-AF65-F5344CB8AC3E}">
        <p14:creationId xmlns:p14="http://schemas.microsoft.com/office/powerpoint/2010/main" val="1485665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207FE-9AFD-4CB7-8E7B-4B838185D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C07427-91D3-0CC5-371F-54BEC19B66AE}"/>
              </a:ext>
            </a:extLst>
          </p:cNvPr>
          <p:cNvSpPr/>
          <p:nvPr/>
        </p:nvSpPr>
        <p:spPr>
          <a:xfrm>
            <a:off x="491614" y="363794"/>
            <a:ext cx="11346425" cy="5909187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E2104DD-5435-5FE0-B641-64C0746F61B7}"/>
              </a:ext>
            </a:extLst>
          </p:cNvPr>
          <p:cNvSpPr/>
          <p:nvPr/>
        </p:nvSpPr>
        <p:spPr>
          <a:xfrm>
            <a:off x="953728" y="4168878"/>
            <a:ext cx="2222091" cy="934064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47C0956-20C1-D6A7-B67B-62C4D56FC0E3}"/>
              </a:ext>
            </a:extLst>
          </p:cNvPr>
          <p:cNvCxnSpPr>
            <a:stCxn id="5" idx="2"/>
          </p:cNvCxnSpPr>
          <p:nvPr/>
        </p:nvCxnSpPr>
        <p:spPr>
          <a:xfrm flipH="1">
            <a:off x="491614" y="4635910"/>
            <a:ext cx="46211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Connecteur : en arc 9">
            <a:extLst>
              <a:ext uri="{FF2B5EF4-FFF2-40B4-BE49-F238E27FC236}">
                <a16:creationId xmlns:a16="http://schemas.microsoft.com/office/drawing/2014/main" id="{12024A23-1402-45A4-CFAE-4DB931CB9C09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175819" y="4635910"/>
            <a:ext cx="678426" cy="1135625"/>
          </a:xfrm>
          <a:prstGeom prst="curvedConnector2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5E3C2FCA-2363-3396-649C-13942B4D95CB}"/>
              </a:ext>
            </a:extLst>
          </p:cNvPr>
          <p:cNvCxnSpPr/>
          <p:nvPr/>
        </p:nvCxnSpPr>
        <p:spPr>
          <a:xfrm>
            <a:off x="3893574" y="5781368"/>
            <a:ext cx="785597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A466082-D2DD-C23B-675D-9A81644D369E}"/>
              </a:ext>
            </a:extLst>
          </p:cNvPr>
          <p:cNvSpPr/>
          <p:nvPr/>
        </p:nvSpPr>
        <p:spPr>
          <a:xfrm>
            <a:off x="953728" y="1396179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F91EF8-4C55-CA13-49E2-A16A190EF18A}"/>
              </a:ext>
            </a:extLst>
          </p:cNvPr>
          <p:cNvSpPr/>
          <p:nvPr/>
        </p:nvSpPr>
        <p:spPr>
          <a:xfrm>
            <a:off x="10751357" y="3652681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0B4FF8-1F52-A1BA-2B46-AEA4F91FFCC9}"/>
              </a:ext>
            </a:extLst>
          </p:cNvPr>
          <p:cNvSpPr/>
          <p:nvPr/>
        </p:nvSpPr>
        <p:spPr>
          <a:xfrm>
            <a:off x="1425678" y="2674373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5C7BDC-C115-2535-16A5-285801F9911D}"/>
              </a:ext>
            </a:extLst>
          </p:cNvPr>
          <p:cNvSpPr/>
          <p:nvPr/>
        </p:nvSpPr>
        <p:spPr>
          <a:xfrm>
            <a:off x="2792361" y="2106558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918943-26A6-250E-3E6E-D1B892934AA0}"/>
              </a:ext>
            </a:extLst>
          </p:cNvPr>
          <p:cNvSpPr/>
          <p:nvPr/>
        </p:nvSpPr>
        <p:spPr>
          <a:xfrm>
            <a:off x="8912942" y="4291779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74D013-FDA5-3C5F-9AD3-6D374BD1735F}"/>
              </a:ext>
            </a:extLst>
          </p:cNvPr>
          <p:cNvSpPr/>
          <p:nvPr/>
        </p:nvSpPr>
        <p:spPr>
          <a:xfrm>
            <a:off x="8234516" y="5061154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457166-7112-AA9A-45DF-4608036D5A83}"/>
              </a:ext>
            </a:extLst>
          </p:cNvPr>
          <p:cNvSpPr/>
          <p:nvPr/>
        </p:nvSpPr>
        <p:spPr>
          <a:xfrm>
            <a:off x="6018449" y="3374922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B64F24A-4D99-1ED4-6223-3063F1E1BD82}"/>
              </a:ext>
            </a:extLst>
          </p:cNvPr>
          <p:cNvSpPr/>
          <p:nvPr/>
        </p:nvSpPr>
        <p:spPr>
          <a:xfrm>
            <a:off x="3893574" y="3775583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8B23B6-9399-9CC7-524E-31A91AB19127}"/>
              </a:ext>
            </a:extLst>
          </p:cNvPr>
          <p:cNvSpPr/>
          <p:nvPr/>
        </p:nvSpPr>
        <p:spPr>
          <a:xfrm>
            <a:off x="6715359" y="4237701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CED51A-1FAD-F9D8-CAAB-DAEC952139DD}"/>
              </a:ext>
            </a:extLst>
          </p:cNvPr>
          <p:cNvSpPr/>
          <p:nvPr/>
        </p:nvSpPr>
        <p:spPr>
          <a:xfrm>
            <a:off x="5397910" y="5043948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D636AE4-C8F1-AA4F-8743-12E41E132E91}"/>
              </a:ext>
            </a:extLst>
          </p:cNvPr>
          <p:cNvSpPr/>
          <p:nvPr/>
        </p:nvSpPr>
        <p:spPr>
          <a:xfrm>
            <a:off x="4837471" y="1348248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6950E09-64FB-094D-05E1-C0E2175B0A9A}"/>
              </a:ext>
            </a:extLst>
          </p:cNvPr>
          <p:cNvSpPr/>
          <p:nvPr/>
        </p:nvSpPr>
        <p:spPr>
          <a:xfrm>
            <a:off x="9001432" y="1342101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671E2C1-1085-8F14-F4CC-BB4F87432908}"/>
              </a:ext>
            </a:extLst>
          </p:cNvPr>
          <p:cNvSpPr/>
          <p:nvPr/>
        </p:nvSpPr>
        <p:spPr>
          <a:xfrm>
            <a:off x="4552119" y="2458065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CE665EC-21DB-496A-92E5-3FD9FD8877A8}"/>
              </a:ext>
            </a:extLst>
          </p:cNvPr>
          <p:cNvSpPr/>
          <p:nvPr/>
        </p:nvSpPr>
        <p:spPr>
          <a:xfrm>
            <a:off x="7054645" y="1998403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1BE6432-38F7-7B9D-A68D-49D093D74163}"/>
              </a:ext>
            </a:extLst>
          </p:cNvPr>
          <p:cNvSpPr/>
          <p:nvPr/>
        </p:nvSpPr>
        <p:spPr>
          <a:xfrm>
            <a:off x="10751357" y="2126222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1B01A84-332B-D14B-E265-29F88D3B617C}"/>
              </a:ext>
            </a:extLst>
          </p:cNvPr>
          <p:cNvSpPr/>
          <p:nvPr/>
        </p:nvSpPr>
        <p:spPr>
          <a:xfrm>
            <a:off x="9488381" y="2782528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122A26B-5D91-990D-6772-6A8CA70CA539}"/>
              </a:ext>
            </a:extLst>
          </p:cNvPr>
          <p:cNvSpPr/>
          <p:nvPr/>
        </p:nvSpPr>
        <p:spPr>
          <a:xfrm>
            <a:off x="10599175" y="4527754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4" name="Encre 23">
                <a:extLst>
                  <a:ext uri="{FF2B5EF4-FFF2-40B4-BE49-F238E27FC236}">
                    <a16:creationId xmlns:a16="http://schemas.microsoft.com/office/drawing/2014/main" id="{CF05C33D-F7E1-4404-503C-335FAB0F05C3}"/>
                  </a:ext>
                </a:extLst>
              </p14:cNvPr>
              <p14:cNvContentPartPr/>
              <p14:nvPr/>
            </p14:nvContentPartPr>
            <p14:xfrm>
              <a:off x="8229213" y="3913191"/>
              <a:ext cx="336240" cy="1920600"/>
            </p14:xfrm>
          </p:contentPart>
        </mc:Choice>
        <mc:Fallback>
          <p:pic>
            <p:nvPicPr>
              <p:cNvPr id="24" name="Encre 23">
                <a:extLst>
                  <a:ext uri="{FF2B5EF4-FFF2-40B4-BE49-F238E27FC236}">
                    <a16:creationId xmlns:a16="http://schemas.microsoft.com/office/drawing/2014/main" id="{CF05C33D-F7E1-4404-503C-335FAB0F05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24893" y="3908871"/>
                <a:ext cx="344880" cy="19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7" name="Encre 26">
                <a:extLst>
                  <a:ext uri="{FF2B5EF4-FFF2-40B4-BE49-F238E27FC236}">
                    <a16:creationId xmlns:a16="http://schemas.microsoft.com/office/drawing/2014/main" id="{CF829533-8DE7-E452-AEBB-0377E26CAE75}"/>
                  </a:ext>
                </a:extLst>
              </p14:cNvPr>
              <p14:cNvContentPartPr/>
              <p14:nvPr/>
            </p14:nvContentPartPr>
            <p14:xfrm>
              <a:off x="8310573" y="3262671"/>
              <a:ext cx="801720" cy="1321200"/>
            </p14:xfrm>
          </p:contentPart>
        </mc:Choice>
        <mc:Fallback>
          <p:pic>
            <p:nvPicPr>
              <p:cNvPr id="27" name="Encre 26">
                <a:extLst>
                  <a:ext uri="{FF2B5EF4-FFF2-40B4-BE49-F238E27FC236}">
                    <a16:creationId xmlns:a16="http://schemas.microsoft.com/office/drawing/2014/main" id="{CF829533-8DE7-E452-AEBB-0377E26CAE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06253" y="3258351"/>
                <a:ext cx="810360" cy="13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9" name="Encre 28">
                <a:extLst>
                  <a:ext uri="{FF2B5EF4-FFF2-40B4-BE49-F238E27FC236}">
                    <a16:creationId xmlns:a16="http://schemas.microsoft.com/office/drawing/2014/main" id="{7EE3628C-3D79-A94B-22D5-6ED40AAA629F}"/>
                  </a:ext>
                </a:extLst>
              </p14:cNvPr>
              <p14:cNvContentPartPr/>
              <p14:nvPr/>
            </p14:nvContentPartPr>
            <p14:xfrm>
              <a:off x="9605493" y="3439071"/>
              <a:ext cx="279360" cy="2325240"/>
            </p14:xfrm>
          </p:contentPart>
        </mc:Choice>
        <mc:Fallback>
          <p:pic>
            <p:nvPicPr>
              <p:cNvPr id="29" name="Encre 28">
                <a:extLst>
                  <a:ext uri="{FF2B5EF4-FFF2-40B4-BE49-F238E27FC236}">
                    <a16:creationId xmlns:a16="http://schemas.microsoft.com/office/drawing/2014/main" id="{7EE3628C-3D79-A94B-22D5-6ED40AAA629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01173" y="3434751"/>
                <a:ext cx="288000" cy="233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3" name="Encre 32">
                <a:extLst>
                  <a:ext uri="{FF2B5EF4-FFF2-40B4-BE49-F238E27FC236}">
                    <a16:creationId xmlns:a16="http://schemas.microsoft.com/office/drawing/2014/main" id="{B911A3A5-6C4A-0223-1A08-24BAB8D89A8F}"/>
                  </a:ext>
                </a:extLst>
              </p14:cNvPr>
              <p14:cNvContentPartPr/>
              <p14:nvPr/>
            </p14:nvContentPartPr>
            <p14:xfrm>
              <a:off x="6681933" y="4089951"/>
              <a:ext cx="182160" cy="1199880"/>
            </p14:xfrm>
          </p:contentPart>
        </mc:Choice>
        <mc:Fallback>
          <p:pic>
            <p:nvPicPr>
              <p:cNvPr id="33" name="Encre 32">
                <a:extLst>
                  <a:ext uri="{FF2B5EF4-FFF2-40B4-BE49-F238E27FC236}">
                    <a16:creationId xmlns:a16="http://schemas.microsoft.com/office/drawing/2014/main" id="{B911A3A5-6C4A-0223-1A08-24BAB8D89A8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77613" y="4085631"/>
                <a:ext cx="190800" cy="120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e 42">
            <a:extLst>
              <a:ext uri="{FF2B5EF4-FFF2-40B4-BE49-F238E27FC236}">
                <a16:creationId xmlns:a16="http://schemas.microsoft.com/office/drawing/2014/main" id="{23B26144-0EC9-E04F-C5B4-BA0B884AB929}"/>
              </a:ext>
            </a:extLst>
          </p:cNvPr>
          <p:cNvGrpSpPr/>
          <p:nvPr/>
        </p:nvGrpSpPr>
        <p:grpSpPr>
          <a:xfrm>
            <a:off x="3840440" y="3349960"/>
            <a:ext cx="3861360" cy="2411280"/>
            <a:chOff x="3840440" y="3349960"/>
            <a:chExt cx="3861360" cy="241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Encre 10">
                  <a:extLst>
                    <a:ext uri="{FF2B5EF4-FFF2-40B4-BE49-F238E27FC236}">
                      <a16:creationId xmlns:a16="http://schemas.microsoft.com/office/drawing/2014/main" id="{D8BB5B98-1EB6-4ED8-96FD-9DE1B282FBE7}"/>
                    </a:ext>
                  </a:extLst>
                </p14:cNvPr>
                <p14:cNvContentPartPr/>
                <p14:nvPr/>
              </p14:nvContentPartPr>
              <p14:xfrm>
                <a:off x="3840440" y="3349960"/>
                <a:ext cx="965880" cy="1984680"/>
              </p14:xfrm>
            </p:contentPart>
          </mc:Choice>
          <mc:Fallback>
            <p:pic>
              <p:nvPicPr>
                <p:cNvPr id="11" name="Encre 10">
                  <a:extLst>
                    <a:ext uri="{FF2B5EF4-FFF2-40B4-BE49-F238E27FC236}">
                      <a16:creationId xmlns:a16="http://schemas.microsoft.com/office/drawing/2014/main" id="{D8BB5B98-1EB6-4ED8-96FD-9DE1B282FBE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36120" y="3345640"/>
                  <a:ext cx="974520" cy="19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Encre 11">
                  <a:extLst>
                    <a:ext uri="{FF2B5EF4-FFF2-40B4-BE49-F238E27FC236}">
                      <a16:creationId xmlns:a16="http://schemas.microsoft.com/office/drawing/2014/main" id="{1EF4EFD4-0489-7A24-DF1D-6B45D9B7EE0D}"/>
                    </a:ext>
                  </a:extLst>
                </p14:cNvPr>
                <p14:cNvContentPartPr/>
                <p14:nvPr/>
              </p14:nvContentPartPr>
              <p14:xfrm>
                <a:off x="5168480" y="3409720"/>
                <a:ext cx="1100520" cy="2351520"/>
              </p14:xfrm>
            </p:contentPart>
          </mc:Choice>
          <mc:Fallback>
            <p:pic>
              <p:nvPicPr>
                <p:cNvPr id="12" name="Encre 11">
                  <a:extLst>
                    <a:ext uri="{FF2B5EF4-FFF2-40B4-BE49-F238E27FC236}">
                      <a16:creationId xmlns:a16="http://schemas.microsoft.com/office/drawing/2014/main" id="{1EF4EFD4-0489-7A24-DF1D-6B45D9B7EE0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64160" y="3405400"/>
                  <a:ext cx="1109160" cy="23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Encre 13">
                  <a:extLst>
                    <a:ext uri="{FF2B5EF4-FFF2-40B4-BE49-F238E27FC236}">
                      <a16:creationId xmlns:a16="http://schemas.microsoft.com/office/drawing/2014/main" id="{7FA7C975-AB44-F8C6-B70E-667742775A3C}"/>
                    </a:ext>
                  </a:extLst>
                </p14:cNvPr>
                <p14:cNvContentPartPr/>
                <p14:nvPr/>
              </p14:nvContentPartPr>
              <p14:xfrm>
                <a:off x="6593720" y="3760360"/>
                <a:ext cx="1108080" cy="1970280"/>
              </p14:xfrm>
            </p:contentPart>
          </mc:Choice>
          <mc:Fallback>
            <p:pic>
              <p:nvPicPr>
                <p:cNvPr id="14" name="Encre 13">
                  <a:extLst>
                    <a:ext uri="{FF2B5EF4-FFF2-40B4-BE49-F238E27FC236}">
                      <a16:creationId xmlns:a16="http://schemas.microsoft.com/office/drawing/2014/main" id="{7FA7C975-AB44-F8C6-B70E-667742775A3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89400" y="3756040"/>
                  <a:ext cx="1116720" cy="19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2" name="Encre 41">
                  <a:extLst>
                    <a:ext uri="{FF2B5EF4-FFF2-40B4-BE49-F238E27FC236}">
                      <a16:creationId xmlns:a16="http://schemas.microsoft.com/office/drawing/2014/main" id="{F21B1294-5914-ECB8-85EE-579A731C460D}"/>
                    </a:ext>
                  </a:extLst>
                </p14:cNvPr>
                <p14:cNvContentPartPr/>
                <p14:nvPr/>
              </p14:nvContentPartPr>
              <p14:xfrm>
                <a:off x="5694453" y="4133151"/>
                <a:ext cx="266400" cy="844200"/>
              </p14:xfrm>
            </p:contentPart>
          </mc:Choice>
          <mc:Fallback>
            <p:pic>
              <p:nvPicPr>
                <p:cNvPr id="42" name="Encre 41">
                  <a:extLst>
                    <a:ext uri="{FF2B5EF4-FFF2-40B4-BE49-F238E27FC236}">
                      <a16:creationId xmlns:a16="http://schemas.microsoft.com/office/drawing/2014/main" id="{F21B1294-5914-ECB8-85EE-579A731C460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90133" y="4128831"/>
                  <a:ext cx="275040" cy="85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4" name="Encre 43">
                <a:extLst>
                  <a:ext uri="{FF2B5EF4-FFF2-40B4-BE49-F238E27FC236}">
                    <a16:creationId xmlns:a16="http://schemas.microsoft.com/office/drawing/2014/main" id="{81080863-6AFD-756F-2C42-0EBCCD12B2B5}"/>
                  </a:ext>
                </a:extLst>
              </p14:cNvPr>
              <p14:cNvContentPartPr/>
              <p14:nvPr/>
            </p14:nvContentPartPr>
            <p14:xfrm>
              <a:off x="2994453" y="453591"/>
              <a:ext cx="3523320" cy="3251520"/>
            </p14:xfrm>
          </p:contentPart>
        </mc:Choice>
        <mc:Fallback>
          <p:pic>
            <p:nvPicPr>
              <p:cNvPr id="44" name="Encre 43">
                <a:extLst>
                  <a:ext uri="{FF2B5EF4-FFF2-40B4-BE49-F238E27FC236}">
                    <a16:creationId xmlns:a16="http://schemas.microsoft.com/office/drawing/2014/main" id="{81080863-6AFD-756F-2C42-0EBCCD12B2B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90133" y="449271"/>
                <a:ext cx="3531960" cy="326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8" name="Encre 47">
                <a:extLst>
                  <a:ext uri="{FF2B5EF4-FFF2-40B4-BE49-F238E27FC236}">
                    <a16:creationId xmlns:a16="http://schemas.microsoft.com/office/drawing/2014/main" id="{B50E0E53-2E2D-CE25-9EA0-B3B4FC6C548E}"/>
                  </a:ext>
                </a:extLst>
              </p14:cNvPr>
              <p14:cNvContentPartPr/>
              <p14:nvPr/>
            </p14:nvContentPartPr>
            <p14:xfrm>
              <a:off x="6296733" y="240111"/>
              <a:ext cx="3521160" cy="3629160"/>
            </p14:xfrm>
          </p:contentPart>
        </mc:Choice>
        <mc:Fallback>
          <p:pic>
            <p:nvPicPr>
              <p:cNvPr id="48" name="Encre 47">
                <a:extLst>
                  <a:ext uri="{FF2B5EF4-FFF2-40B4-BE49-F238E27FC236}">
                    <a16:creationId xmlns:a16="http://schemas.microsoft.com/office/drawing/2014/main" id="{B50E0E53-2E2D-CE25-9EA0-B3B4FC6C548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292413" y="235791"/>
                <a:ext cx="3529800" cy="36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9" name="Encre 48">
                <a:extLst>
                  <a:ext uri="{FF2B5EF4-FFF2-40B4-BE49-F238E27FC236}">
                    <a16:creationId xmlns:a16="http://schemas.microsoft.com/office/drawing/2014/main" id="{8301DAAF-77C9-F17E-BE32-355D4FF67739}"/>
                  </a:ext>
                </a:extLst>
              </p14:cNvPr>
              <p14:cNvContentPartPr/>
              <p14:nvPr/>
            </p14:nvContentPartPr>
            <p14:xfrm>
              <a:off x="9066213" y="3264111"/>
              <a:ext cx="54720" cy="360"/>
            </p14:xfrm>
          </p:contentPart>
        </mc:Choice>
        <mc:Fallback>
          <p:pic>
            <p:nvPicPr>
              <p:cNvPr id="49" name="Encre 48">
                <a:extLst>
                  <a:ext uri="{FF2B5EF4-FFF2-40B4-BE49-F238E27FC236}">
                    <a16:creationId xmlns:a16="http://schemas.microsoft.com/office/drawing/2014/main" id="{8301DAAF-77C9-F17E-BE32-355D4FF6773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061893" y="3259791"/>
                <a:ext cx="6336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0" name="Encre 49">
                <a:extLst>
                  <a:ext uri="{FF2B5EF4-FFF2-40B4-BE49-F238E27FC236}">
                    <a16:creationId xmlns:a16="http://schemas.microsoft.com/office/drawing/2014/main" id="{B89C8F15-C572-6B3C-E435-029EE5B71FBF}"/>
                  </a:ext>
                </a:extLst>
              </p14:cNvPr>
              <p14:cNvContentPartPr/>
              <p14:nvPr/>
            </p14:nvContentPartPr>
            <p14:xfrm>
              <a:off x="9406413" y="1387431"/>
              <a:ext cx="2115000" cy="2189160"/>
            </p14:xfrm>
          </p:contentPart>
        </mc:Choice>
        <mc:Fallback>
          <p:pic>
            <p:nvPicPr>
              <p:cNvPr id="50" name="Encre 49">
                <a:extLst>
                  <a:ext uri="{FF2B5EF4-FFF2-40B4-BE49-F238E27FC236}">
                    <a16:creationId xmlns:a16="http://schemas.microsoft.com/office/drawing/2014/main" id="{B89C8F15-C572-6B3C-E435-029EE5B71FB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402093" y="1383111"/>
                <a:ext cx="2123640" cy="219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e 52">
            <a:extLst>
              <a:ext uri="{FF2B5EF4-FFF2-40B4-BE49-F238E27FC236}">
                <a16:creationId xmlns:a16="http://schemas.microsoft.com/office/drawing/2014/main" id="{08CC4285-1BAC-923A-DC1B-CE0E32F48591}"/>
              </a:ext>
            </a:extLst>
          </p:cNvPr>
          <p:cNvGrpSpPr/>
          <p:nvPr/>
        </p:nvGrpSpPr>
        <p:grpSpPr>
          <a:xfrm>
            <a:off x="5255973" y="3084471"/>
            <a:ext cx="2453040" cy="1129320"/>
            <a:chOff x="5255973" y="3084471"/>
            <a:chExt cx="2453040" cy="112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6" name="Encre 45">
                  <a:extLst>
                    <a:ext uri="{FF2B5EF4-FFF2-40B4-BE49-F238E27FC236}">
                      <a16:creationId xmlns:a16="http://schemas.microsoft.com/office/drawing/2014/main" id="{CE7C5875-67EB-8D09-C67B-EAFFFC1F1446}"/>
                    </a:ext>
                  </a:extLst>
                </p14:cNvPr>
                <p14:cNvContentPartPr/>
                <p14:nvPr/>
              </p14:nvContentPartPr>
              <p14:xfrm>
                <a:off x="5255973" y="3692151"/>
                <a:ext cx="763200" cy="521640"/>
              </p14:xfrm>
            </p:contentPart>
          </mc:Choice>
          <mc:Fallback>
            <p:pic>
              <p:nvPicPr>
                <p:cNvPr id="46" name="Encre 45">
                  <a:extLst>
                    <a:ext uri="{FF2B5EF4-FFF2-40B4-BE49-F238E27FC236}">
                      <a16:creationId xmlns:a16="http://schemas.microsoft.com/office/drawing/2014/main" id="{CE7C5875-67EB-8D09-C67B-EAFFFC1F144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51653" y="3687831"/>
                  <a:ext cx="77184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7" name="Encre 46">
                  <a:extLst>
                    <a:ext uri="{FF2B5EF4-FFF2-40B4-BE49-F238E27FC236}">
                      <a16:creationId xmlns:a16="http://schemas.microsoft.com/office/drawing/2014/main" id="{A7725ACC-CB69-2D94-83ED-4CCD3CCD4EF5}"/>
                    </a:ext>
                  </a:extLst>
                </p14:cNvPr>
                <p14:cNvContentPartPr/>
                <p14:nvPr/>
              </p14:nvContentPartPr>
              <p14:xfrm>
                <a:off x="6305733" y="3084471"/>
                <a:ext cx="1403280" cy="733680"/>
              </p14:xfrm>
            </p:contentPart>
          </mc:Choice>
          <mc:Fallback>
            <p:pic>
              <p:nvPicPr>
                <p:cNvPr id="47" name="Encre 46">
                  <a:extLst>
                    <a:ext uri="{FF2B5EF4-FFF2-40B4-BE49-F238E27FC236}">
                      <a16:creationId xmlns:a16="http://schemas.microsoft.com/office/drawing/2014/main" id="{A7725ACC-CB69-2D94-83ED-4CCD3CCD4EF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301413" y="3080151"/>
                  <a:ext cx="1411920" cy="74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2" name="Encre 51">
                  <a:extLst>
                    <a:ext uri="{FF2B5EF4-FFF2-40B4-BE49-F238E27FC236}">
                      <a16:creationId xmlns:a16="http://schemas.microsoft.com/office/drawing/2014/main" id="{27C140CC-23B9-753F-67EE-2E7513516A66}"/>
                    </a:ext>
                  </a:extLst>
                </p14:cNvPr>
                <p14:cNvContentPartPr/>
                <p14:nvPr/>
              </p14:nvContentPartPr>
              <p14:xfrm>
                <a:off x="6655293" y="3739671"/>
                <a:ext cx="429840" cy="322920"/>
              </p14:xfrm>
            </p:contentPart>
          </mc:Choice>
          <mc:Fallback>
            <p:pic>
              <p:nvPicPr>
                <p:cNvPr id="52" name="Encre 51">
                  <a:extLst>
                    <a:ext uri="{FF2B5EF4-FFF2-40B4-BE49-F238E27FC236}">
                      <a16:creationId xmlns:a16="http://schemas.microsoft.com/office/drawing/2014/main" id="{27C140CC-23B9-753F-67EE-2E7513516A6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50973" y="3735351"/>
                  <a:ext cx="438480" cy="33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5" name="Encre 54">
                <a:extLst>
                  <a:ext uri="{FF2B5EF4-FFF2-40B4-BE49-F238E27FC236}">
                    <a16:creationId xmlns:a16="http://schemas.microsoft.com/office/drawing/2014/main" id="{8F5ED6F2-A654-FC02-430B-FF23FA8F3ECB}"/>
                  </a:ext>
                </a:extLst>
              </p14:cNvPr>
              <p14:cNvContentPartPr/>
              <p14:nvPr/>
            </p14:nvContentPartPr>
            <p14:xfrm>
              <a:off x="536013" y="277911"/>
              <a:ext cx="2173680" cy="2315160"/>
            </p14:xfrm>
          </p:contentPart>
        </mc:Choice>
        <mc:Fallback>
          <p:pic>
            <p:nvPicPr>
              <p:cNvPr id="55" name="Encre 54">
                <a:extLst>
                  <a:ext uri="{FF2B5EF4-FFF2-40B4-BE49-F238E27FC236}">
                    <a16:creationId xmlns:a16="http://schemas.microsoft.com/office/drawing/2014/main" id="{8F5ED6F2-A654-FC02-430B-FF23FA8F3EC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31693" y="273591"/>
                <a:ext cx="2182320" cy="23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6" name="Encre 55">
                <a:extLst>
                  <a:ext uri="{FF2B5EF4-FFF2-40B4-BE49-F238E27FC236}">
                    <a16:creationId xmlns:a16="http://schemas.microsoft.com/office/drawing/2014/main" id="{4282400C-31BB-2A95-A75E-ED11A573B725}"/>
                  </a:ext>
                </a:extLst>
              </p14:cNvPr>
              <p14:cNvContentPartPr/>
              <p14:nvPr/>
            </p14:nvContentPartPr>
            <p14:xfrm>
              <a:off x="10750653" y="2380671"/>
              <a:ext cx="1145520" cy="1566720"/>
            </p14:xfrm>
          </p:contentPart>
        </mc:Choice>
        <mc:Fallback>
          <p:pic>
            <p:nvPicPr>
              <p:cNvPr id="56" name="Encre 55">
                <a:extLst>
                  <a:ext uri="{FF2B5EF4-FFF2-40B4-BE49-F238E27FC236}">
                    <a16:creationId xmlns:a16="http://schemas.microsoft.com/office/drawing/2014/main" id="{4282400C-31BB-2A95-A75E-ED11A573B72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746333" y="2376351"/>
                <a:ext cx="1154160" cy="1575360"/>
              </a:xfrm>
              <a:prstGeom prst="rect">
                <a:avLst/>
              </a:prstGeom>
            </p:spPr>
          </p:pic>
        </mc:Fallback>
      </mc:AlternateContent>
      <p:sp>
        <p:nvSpPr>
          <p:cNvPr id="58" name="ZoneTexte 57">
            <a:extLst>
              <a:ext uri="{FF2B5EF4-FFF2-40B4-BE49-F238E27FC236}">
                <a16:creationId xmlns:a16="http://schemas.microsoft.com/office/drawing/2014/main" id="{4468AEB1-4C76-695E-8318-A60DDFA30FD5}"/>
              </a:ext>
            </a:extLst>
          </p:cNvPr>
          <p:cNvSpPr txBox="1"/>
          <p:nvPr/>
        </p:nvSpPr>
        <p:spPr>
          <a:xfrm>
            <a:off x="10180091" y="464038"/>
            <a:ext cx="10859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err="1"/>
              <a:t>Timer</a:t>
            </a:r>
            <a:endParaRPr lang="fr-FR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8C2325E-F12E-2FE1-64E2-7E08F53AC5BC}"/>
              </a:ext>
            </a:extLst>
          </p:cNvPr>
          <p:cNvSpPr/>
          <p:nvPr/>
        </p:nvSpPr>
        <p:spPr>
          <a:xfrm>
            <a:off x="11330668" y="431340"/>
            <a:ext cx="449249" cy="4136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noFill/>
            </a:endParaRPr>
          </a:p>
        </p:txBody>
      </p: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24A96164-BBD6-B2AF-D94A-B50CD550936B}"/>
              </a:ext>
            </a:extLst>
          </p:cNvPr>
          <p:cNvCxnSpPr>
            <a:cxnSpLocks/>
          </p:cNvCxnSpPr>
          <p:nvPr/>
        </p:nvCxnSpPr>
        <p:spPr>
          <a:xfrm>
            <a:off x="11409680" y="505460"/>
            <a:ext cx="30988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99B9A124-3543-F6AD-8E27-6BC54180B93E}"/>
              </a:ext>
            </a:extLst>
          </p:cNvPr>
          <p:cNvCxnSpPr>
            <a:cxnSpLocks/>
          </p:cNvCxnSpPr>
          <p:nvPr/>
        </p:nvCxnSpPr>
        <p:spPr>
          <a:xfrm>
            <a:off x="11409680" y="614680"/>
            <a:ext cx="30988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2BB91981-B973-E348-45FE-17E9DB5566A1}"/>
              </a:ext>
            </a:extLst>
          </p:cNvPr>
          <p:cNvCxnSpPr>
            <a:cxnSpLocks/>
          </p:cNvCxnSpPr>
          <p:nvPr/>
        </p:nvCxnSpPr>
        <p:spPr>
          <a:xfrm>
            <a:off x="11414133" y="721360"/>
            <a:ext cx="30988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B2B4E762-F123-8926-ACFD-E96D62239B1A}"/>
              </a:ext>
            </a:extLst>
          </p:cNvPr>
          <p:cNvSpPr txBox="1"/>
          <p:nvPr/>
        </p:nvSpPr>
        <p:spPr>
          <a:xfrm>
            <a:off x="645448" y="464329"/>
            <a:ext cx="255782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Barre de </a:t>
            </a:r>
            <a:r>
              <a:rPr lang="fr-FR" dirty="0" err="1"/>
              <a:t>polution</a:t>
            </a:r>
            <a:endParaRPr lang="fr-FR" dirty="0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6">
            <p14:nvContentPartPr>
              <p14:cNvPr id="68" name="Encre 67">
                <a:extLst>
                  <a:ext uri="{FF2B5EF4-FFF2-40B4-BE49-F238E27FC236}">
                    <a16:creationId xmlns:a16="http://schemas.microsoft.com/office/drawing/2014/main" id="{4FB6AE58-7772-B236-B9E1-55A3A253612E}"/>
                  </a:ext>
                </a:extLst>
              </p14:cNvPr>
              <p14:cNvContentPartPr/>
              <p14:nvPr/>
            </p14:nvContentPartPr>
            <p14:xfrm>
              <a:off x="10820093" y="1764715"/>
              <a:ext cx="325080" cy="288360"/>
            </p14:xfrm>
          </p:contentPart>
        </mc:Choice>
        <mc:Fallback>
          <p:pic>
            <p:nvPicPr>
              <p:cNvPr id="68" name="Encre 67">
                <a:extLst>
                  <a:ext uri="{FF2B5EF4-FFF2-40B4-BE49-F238E27FC236}">
                    <a16:creationId xmlns:a16="http://schemas.microsoft.com/office/drawing/2014/main" id="{4FB6AE58-7772-B236-B9E1-55A3A253612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757453" y="1387075"/>
                <a:ext cx="450720" cy="10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8">
            <p14:nvContentPartPr>
              <p14:cNvPr id="69" name="Encre 68">
                <a:extLst>
                  <a:ext uri="{FF2B5EF4-FFF2-40B4-BE49-F238E27FC236}">
                    <a16:creationId xmlns:a16="http://schemas.microsoft.com/office/drawing/2014/main" id="{D9FAFA8C-04A9-7CEA-6F54-7D7B6CC64F7B}"/>
                  </a:ext>
                </a:extLst>
              </p14:cNvPr>
              <p14:cNvContentPartPr/>
              <p14:nvPr/>
            </p14:nvContentPartPr>
            <p14:xfrm>
              <a:off x="7652307" y="5484880"/>
              <a:ext cx="325080" cy="288360"/>
            </p14:xfrm>
          </p:contentPart>
        </mc:Choice>
        <mc:Fallback>
          <p:pic>
            <p:nvPicPr>
              <p:cNvPr id="69" name="Encre 68">
                <a:extLst>
                  <a:ext uri="{FF2B5EF4-FFF2-40B4-BE49-F238E27FC236}">
                    <a16:creationId xmlns:a16="http://schemas.microsoft.com/office/drawing/2014/main" id="{D9FAFA8C-04A9-7CEA-6F54-7D7B6CC64F7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589667" y="5107240"/>
                <a:ext cx="450720" cy="10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0">
            <p14:nvContentPartPr>
              <p14:cNvPr id="70" name="Encre 69">
                <a:extLst>
                  <a:ext uri="{FF2B5EF4-FFF2-40B4-BE49-F238E27FC236}">
                    <a16:creationId xmlns:a16="http://schemas.microsoft.com/office/drawing/2014/main" id="{CDAFEB32-3CE0-721F-8209-D43B655DE729}"/>
                  </a:ext>
                </a:extLst>
              </p14:cNvPr>
              <p14:cNvContentPartPr/>
              <p14:nvPr/>
            </p14:nvContentPartPr>
            <p14:xfrm>
              <a:off x="6473277" y="3006392"/>
              <a:ext cx="325080" cy="288360"/>
            </p14:xfrm>
          </p:contentPart>
        </mc:Choice>
        <mc:Fallback>
          <p:pic>
            <p:nvPicPr>
              <p:cNvPr id="70" name="Encre 69">
                <a:extLst>
                  <a:ext uri="{FF2B5EF4-FFF2-40B4-BE49-F238E27FC236}">
                    <a16:creationId xmlns:a16="http://schemas.microsoft.com/office/drawing/2014/main" id="{CDAFEB32-3CE0-721F-8209-D43B655DE72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410637" y="2628752"/>
                <a:ext cx="450720" cy="10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2">
            <p14:nvContentPartPr>
              <p14:cNvPr id="71" name="Encre 70">
                <a:extLst>
                  <a:ext uri="{FF2B5EF4-FFF2-40B4-BE49-F238E27FC236}">
                    <a16:creationId xmlns:a16="http://schemas.microsoft.com/office/drawing/2014/main" id="{EFA6FD96-5FD5-A3C0-52D2-BB5DF15EFF2D}"/>
                  </a:ext>
                </a:extLst>
              </p14:cNvPr>
              <p14:cNvContentPartPr/>
              <p14:nvPr/>
            </p14:nvContentPartPr>
            <p14:xfrm>
              <a:off x="3964760" y="3513852"/>
              <a:ext cx="325080" cy="288360"/>
            </p14:xfrm>
          </p:contentPart>
        </mc:Choice>
        <mc:Fallback>
          <p:pic>
            <p:nvPicPr>
              <p:cNvPr id="71" name="Encre 70">
                <a:extLst>
                  <a:ext uri="{FF2B5EF4-FFF2-40B4-BE49-F238E27FC236}">
                    <a16:creationId xmlns:a16="http://schemas.microsoft.com/office/drawing/2014/main" id="{EFA6FD96-5FD5-A3C0-52D2-BB5DF15EFF2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902120" y="3136212"/>
                <a:ext cx="450720" cy="10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4">
            <p14:nvContentPartPr>
              <p14:cNvPr id="72" name="Encre 71">
                <a:extLst>
                  <a:ext uri="{FF2B5EF4-FFF2-40B4-BE49-F238E27FC236}">
                    <a16:creationId xmlns:a16="http://schemas.microsoft.com/office/drawing/2014/main" id="{091090EC-318F-A64C-676C-4D1DE627A848}"/>
                  </a:ext>
                </a:extLst>
              </p14:cNvPr>
              <p14:cNvContentPartPr/>
              <p14:nvPr/>
            </p14:nvContentPartPr>
            <p14:xfrm>
              <a:off x="1354597" y="1094296"/>
              <a:ext cx="325080" cy="288360"/>
            </p14:xfrm>
          </p:contentPart>
        </mc:Choice>
        <mc:Fallback>
          <p:pic>
            <p:nvPicPr>
              <p:cNvPr id="72" name="Encre 71">
                <a:extLst>
                  <a:ext uri="{FF2B5EF4-FFF2-40B4-BE49-F238E27FC236}">
                    <a16:creationId xmlns:a16="http://schemas.microsoft.com/office/drawing/2014/main" id="{091090EC-318F-A64C-676C-4D1DE627A84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291957" y="716656"/>
                <a:ext cx="450720" cy="10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6">
            <p14:nvContentPartPr>
              <p14:cNvPr id="73" name="Encre 72">
                <a:extLst>
                  <a:ext uri="{FF2B5EF4-FFF2-40B4-BE49-F238E27FC236}">
                    <a16:creationId xmlns:a16="http://schemas.microsoft.com/office/drawing/2014/main" id="{CB881F3E-ACDE-D1E4-F650-4DD847731D94}"/>
                  </a:ext>
                </a:extLst>
              </p14:cNvPr>
              <p14:cNvContentPartPr/>
              <p14:nvPr/>
            </p14:nvContentPartPr>
            <p14:xfrm>
              <a:off x="9059810" y="962872"/>
              <a:ext cx="325080" cy="288360"/>
            </p14:xfrm>
          </p:contentPart>
        </mc:Choice>
        <mc:Fallback>
          <p:pic>
            <p:nvPicPr>
              <p:cNvPr id="73" name="Encre 72">
                <a:extLst>
                  <a:ext uri="{FF2B5EF4-FFF2-40B4-BE49-F238E27FC236}">
                    <a16:creationId xmlns:a16="http://schemas.microsoft.com/office/drawing/2014/main" id="{CB881F3E-ACDE-D1E4-F650-4DD847731D9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997170" y="585232"/>
                <a:ext cx="450720" cy="10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74" name="Encre 73">
                <a:extLst>
                  <a:ext uri="{FF2B5EF4-FFF2-40B4-BE49-F238E27FC236}">
                    <a16:creationId xmlns:a16="http://schemas.microsoft.com/office/drawing/2014/main" id="{1F63C079-692C-AE74-572F-36E1DB6DEAE9}"/>
                  </a:ext>
                </a:extLst>
              </p14:cNvPr>
              <p14:cNvContentPartPr/>
              <p14:nvPr/>
            </p14:nvContentPartPr>
            <p14:xfrm>
              <a:off x="3962480" y="5242480"/>
              <a:ext cx="360" cy="360"/>
            </p14:xfrm>
          </p:contentPart>
        </mc:Choice>
        <mc:Fallback>
          <p:pic>
            <p:nvPicPr>
              <p:cNvPr id="74" name="Encre 73">
                <a:extLst>
                  <a:ext uri="{FF2B5EF4-FFF2-40B4-BE49-F238E27FC236}">
                    <a16:creationId xmlns:a16="http://schemas.microsoft.com/office/drawing/2014/main" id="{1F63C079-692C-AE74-572F-36E1DB6DEAE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956360" y="523636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e 77">
            <a:extLst>
              <a:ext uri="{FF2B5EF4-FFF2-40B4-BE49-F238E27FC236}">
                <a16:creationId xmlns:a16="http://schemas.microsoft.com/office/drawing/2014/main" id="{117933A8-37CF-FC99-2AD3-B71161F89162}"/>
              </a:ext>
            </a:extLst>
          </p:cNvPr>
          <p:cNvGrpSpPr/>
          <p:nvPr/>
        </p:nvGrpSpPr>
        <p:grpSpPr>
          <a:xfrm>
            <a:off x="3850520" y="4998400"/>
            <a:ext cx="572400" cy="763560"/>
            <a:chOff x="3850520" y="4998400"/>
            <a:chExt cx="572400" cy="76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6" name="Encre 75">
                  <a:extLst>
                    <a:ext uri="{FF2B5EF4-FFF2-40B4-BE49-F238E27FC236}">
                      <a16:creationId xmlns:a16="http://schemas.microsoft.com/office/drawing/2014/main" id="{920C1BB0-28AC-167E-970E-8D43B241403F}"/>
                    </a:ext>
                  </a:extLst>
                </p14:cNvPr>
                <p14:cNvContentPartPr/>
                <p14:nvPr/>
              </p14:nvContentPartPr>
              <p14:xfrm>
                <a:off x="3850520" y="4998400"/>
                <a:ext cx="204840" cy="763560"/>
              </p14:xfrm>
            </p:contentPart>
          </mc:Choice>
          <mc:Fallback>
            <p:pic>
              <p:nvPicPr>
                <p:cNvPr id="76" name="Encre 75">
                  <a:extLst>
                    <a:ext uri="{FF2B5EF4-FFF2-40B4-BE49-F238E27FC236}">
                      <a16:creationId xmlns:a16="http://schemas.microsoft.com/office/drawing/2014/main" id="{920C1BB0-28AC-167E-970E-8D43B241403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32880" y="4980760"/>
                  <a:ext cx="240480" cy="79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7" name="Encre 76">
                  <a:extLst>
                    <a:ext uri="{FF2B5EF4-FFF2-40B4-BE49-F238E27FC236}">
                      <a16:creationId xmlns:a16="http://schemas.microsoft.com/office/drawing/2014/main" id="{9D5EB8EA-8681-E802-BF65-C976080300EB}"/>
                    </a:ext>
                  </a:extLst>
                </p14:cNvPr>
                <p14:cNvContentPartPr/>
                <p14:nvPr/>
              </p14:nvContentPartPr>
              <p14:xfrm>
                <a:off x="4053560" y="5102800"/>
                <a:ext cx="369360" cy="637920"/>
              </p14:xfrm>
            </p:contentPart>
          </mc:Choice>
          <mc:Fallback>
            <p:pic>
              <p:nvPicPr>
                <p:cNvPr id="77" name="Encre 76">
                  <a:extLst>
                    <a:ext uri="{FF2B5EF4-FFF2-40B4-BE49-F238E27FC236}">
                      <a16:creationId xmlns:a16="http://schemas.microsoft.com/office/drawing/2014/main" id="{9D5EB8EA-8681-E802-BF65-C976080300E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35920" y="5084800"/>
                  <a:ext cx="405000" cy="673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9" name="ZoneTexte 78">
            <a:extLst>
              <a:ext uri="{FF2B5EF4-FFF2-40B4-BE49-F238E27FC236}">
                <a16:creationId xmlns:a16="http://schemas.microsoft.com/office/drawing/2014/main" id="{CB6306F6-0EDC-7EA7-8A1A-469961E92D82}"/>
              </a:ext>
            </a:extLst>
          </p:cNvPr>
          <p:cNvSpPr txBox="1"/>
          <p:nvPr/>
        </p:nvSpPr>
        <p:spPr>
          <a:xfrm>
            <a:off x="5005400" y="5273657"/>
            <a:ext cx="1155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Poubelle</a:t>
            </a:r>
          </a:p>
        </p:txBody>
      </p: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FF21BBD5-5DB0-01D1-C0C6-FF5C5603758E}"/>
              </a:ext>
            </a:extLst>
          </p:cNvPr>
          <p:cNvCxnSpPr>
            <a:cxnSpLocks/>
            <a:stCxn id="79" idx="1"/>
          </p:cNvCxnSpPr>
          <p:nvPr/>
        </p:nvCxnSpPr>
        <p:spPr>
          <a:xfrm flipH="1">
            <a:off x="4359227" y="5458323"/>
            <a:ext cx="646173" cy="5142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153E3F55-80F1-A428-1912-1A4D26573532}"/>
              </a:ext>
            </a:extLst>
          </p:cNvPr>
          <p:cNvSpPr txBox="1"/>
          <p:nvPr/>
        </p:nvSpPr>
        <p:spPr>
          <a:xfrm>
            <a:off x="7150859" y="2633719"/>
            <a:ext cx="1344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Déchet qui apparaisse </a:t>
            </a:r>
          </a:p>
        </p:txBody>
      </p: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B9823E83-1A7B-4C7E-1F12-469EB55E12E3}"/>
              </a:ext>
            </a:extLst>
          </p:cNvPr>
          <p:cNvCxnSpPr>
            <a:cxnSpLocks/>
            <a:stCxn id="84" idx="1"/>
          </p:cNvCxnSpPr>
          <p:nvPr/>
        </p:nvCxnSpPr>
        <p:spPr>
          <a:xfrm flipH="1">
            <a:off x="6769599" y="2956885"/>
            <a:ext cx="381260" cy="14075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Connecteur droit avec flèche 87">
            <a:extLst>
              <a:ext uri="{FF2B5EF4-FFF2-40B4-BE49-F238E27FC236}">
                <a16:creationId xmlns:a16="http://schemas.microsoft.com/office/drawing/2014/main" id="{00C0D60E-2913-A227-B766-F776C78084EB}"/>
              </a:ext>
            </a:extLst>
          </p:cNvPr>
          <p:cNvCxnSpPr>
            <a:cxnSpLocks/>
            <a:stCxn id="84" idx="3"/>
          </p:cNvCxnSpPr>
          <p:nvPr/>
        </p:nvCxnSpPr>
        <p:spPr>
          <a:xfrm flipV="1">
            <a:off x="8495757" y="1283803"/>
            <a:ext cx="701790" cy="167308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1" name="Connecteur droit avec flèche 90">
            <a:extLst>
              <a:ext uri="{FF2B5EF4-FFF2-40B4-BE49-F238E27FC236}">
                <a16:creationId xmlns:a16="http://schemas.microsoft.com/office/drawing/2014/main" id="{F7686F78-5021-DEAE-2D86-6F765506C2D1}"/>
              </a:ext>
            </a:extLst>
          </p:cNvPr>
          <p:cNvCxnSpPr>
            <a:cxnSpLocks/>
            <a:stCxn id="84" idx="3"/>
          </p:cNvCxnSpPr>
          <p:nvPr/>
        </p:nvCxnSpPr>
        <p:spPr>
          <a:xfrm flipV="1">
            <a:off x="8495757" y="1919119"/>
            <a:ext cx="2242142" cy="103776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4" name="Connecteur droit avec flèche 93">
            <a:extLst>
              <a:ext uri="{FF2B5EF4-FFF2-40B4-BE49-F238E27FC236}">
                <a16:creationId xmlns:a16="http://schemas.microsoft.com/office/drawing/2014/main" id="{EA7FF1C0-3A02-1858-C035-80C17E2FF65D}"/>
              </a:ext>
            </a:extLst>
          </p:cNvPr>
          <p:cNvCxnSpPr>
            <a:cxnSpLocks/>
            <a:stCxn id="84" idx="2"/>
          </p:cNvCxnSpPr>
          <p:nvPr/>
        </p:nvCxnSpPr>
        <p:spPr>
          <a:xfrm flipH="1">
            <a:off x="7814847" y="3280050"/>
            <a:ext cx="8461" cy="216907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7" name="ZoneTexte 96">
            <a:extLst>
              <a:ext uri="{FF2B5EF4-FFF2-40B4-BE49-F238E27FC236}">
                <a16:creationId xmlns:a16="http://schemas.microsoft.com/office/drawing/2014/main" id="{948C40AE-3798-60FC-A9AE-C0044889DE6A}"/>
              </a:ext>
            </a:extLst>
          </p:cNvPr>
          <p:cNvSpPr txBox="1"/>
          <p:nvPr/>
        </p:nvSpPr>
        <p:spPr>
          <a:xfrm>
            <a:off x="3483693" y="-20411"/>
            <a:ext cx="4644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Niveaux 3 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19D3B868-D993-9B7C-4564-004DD17173A9}"/>
              </a:ext>
            </a:extLst>
          </p:cNvPr>
          <p:cNvSpPr txBox="1"/>
          <p:nvPr/>
        </p:nvSpPr>
        <p:spPr>
          <a:xfrm>
            <a:off x="353961" y="6238229"/>
            <a:ext cx="11909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joueur doit récupérer les déchets et les mettre dans la poubelle. Si La barre de pollution arrive a 100% le joueur perd, quand le time arrive a 0 la pollution arrête d’</a:t>
            </a:r>
            <a:r>
              <a:rPr lang="fr-FR" dirty="0" err="1"/>
              <a:t>aparaitre</a:t>
            </a:r>
            <a:r>
              <a:rPr lang="fr-FR" dirty="0"/>
              <a:t> et le joueur a gagner</a:t>
            </a:r>
          </a:p>
        </p:txBody>
      </p:sp>
    </p:spTree>
    <p:extLst>
      <p:ext uri="{BB962C8B-B14F-4D97-AF65-F5344CB8AC3E}">
        <p14:creationId xmlns:p14="http://schemas.microsoft.com/office/powerpoint/2010/main" val="2659940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C4075-31B7-7807-0B12-A18808A15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5CB18B-5DF1-6D11-C626-774DA00FBCB7}"/>
              </a:ext>
            </a:extLst>
          </p:cNvPr>
          <p:cNvSpPr/>
          <p:nvPr/>
        </p:nvSpPr>
        <p:spPr>
          <a:xfrm>
            <a:off x="491614" y="353634"/>
            <a:ext cx="11346425" cy="5909187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83B9B1F-8FAF-D6AC-8D6A-82019897C6D5}"/>
              </a:ext>
            </a:extLst>
          </p:cNvPr>
          <p:cNvSpPr/>
          <p:nvPr/>
        </p:nvSpPr>
        <p:spPr>
          <a:xfrm>
            <a:off x="953728" y="4168878"/>
            <a:ext cx="2222091" cy="934064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B38C2644-31A9-7C4D-DAD1-4C686F35C730}"/>
              </a:ext>
            </a:extLst>
          </p:cNvPr>
          <p:cNvCxnSpPr>
            <a:stCxn id="5" idx="2"/>
          </p:cNvCxnSpPr>
          <p:nvPr/>
        </p:nvCxnSpPr>
        <p:spPr>
          <a:xfrm flipH="1">
            <a:off x="491614" y="4635910"/>
            <a:ext cx="46211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Connecteur : en arc 9">
            <a:extLst>
              <a:ext uri="{FF2B5EF4-FFF2-40B4-BE49-F238E27FC236}">
                <a16:creationId xmlns:a16="http://schemas.microsoft.com/office/drawing/2014/main" id="{E64BC4AE-804E-3637-EE13-A1C162C35BAB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175819" y="4635910"/>
            <a:ext cx="678426" cy="1135625"/>
          </a:xfrm>
          <a:prstGeom prst="curvedConnector2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CBA53560-EA2F-740C-BC25-2A66135EB71D}"/>
              </a:ext>
            </a:extLst>
          </p:cNvPr>
          <p:cNvCxnSpPr/>
          <p:nvPr/>
        </p:nvCxnSpPr>
        <p:spPr>
          <a:xfrm>
            <a:off x="3893574" y="5781368"/>
            <a:ext cx="785597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2F95996-D339-F333-8B33-D7A4FE596ADF}"/>
              </a:ext>
            </a:extLst>
          </p:cNvPr>
          <p:cNvSpPr/>
          <p:nvPr/>
        </p:nvSpPr>
        <p:spPr>
          <a:xfrm>
            <a:off x="953728" y="1396179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48BE30-12ED-62E5-22DF-48E68C29FF09}"/>
              </a:ext>
            </a:extLst>
          </p:cNvPr>
          <p:cNvSpPr/>
          <p:nvPr/>
        </p:nvSpPr>
        <p:spPr>
          <a:xfrm>
            <a:off x="10751357" y="3652681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9B3157-65B5-5242-99DE-75619947D7D1}"/>
              </a:ext>
            </a:extLst>
          </p:cNvPr>
          <p:cNvSpPr/>
          <p:nvPr/>
        </p:nvSpPr>
        <p:spPr>
          <a:xfrm>
            <a:off x="1425678" y="2674373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25268C-88FD-A4CB-92CB-48B64A0EC4C2}"/>
              </a:ext>
            </a:extLst>
          </p:cNvPr>
          <p:cNvSpPr/>
          <p:nvPr/>
        </p:nvSpPr>
        <p:spPr>
          <a:xfrm>
            <a:off x="2792361" y="2106558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D5A482-6A07-B9E7-5BD4-7F935BDEF80D}"/>
              </a:ext>
            </a:extLst>
          </p:cNvPr>
          <p:cNvSpPr/>
          <p:nvPr/>
        </p:nvSpPr>
        <p:spPr>
          <a:xfrm>
            <a:off x="8912942" y="4291779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7389A2-4E19-1059-4D10-8A4285C17F48}"/>
              </a:ext>
            </a:extLst>
          </p:cNvPr>
          <p:cNvSpPr/>
          <p:nvPr/>
        </p:nvSpPr>
        <p:spPr>
          <a:xfrm>
            <a:off x="8234516" y="5061154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7B9342-E249-36B7-0258-9A3D863891B2}"/>
              </a:ext>
            </a:extLst>
          </p:cNvPr>
          <p:cNvSpPr/>
          <p:nvPr/>
        </p:nvSpPr>
        <p:spPr>
          <a:xfrm>
            <a:off x="6018449" y="3374922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4B22BB3-DB90-75EB-DEE5-9DDE73F3AA7F}"/>
              </a:ext>
            </a:extLst>
          </p:cNvPr>
          <p:cNvSpPr/>
          <p:nvPr/>
        </p:nvSpPr>
        <p:spPr>
          <a:xfrm>
            <a:off x="3893574" y="3775583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C14FCC-0201-CEE1-FDFA-3DCF321DDDC9}"/>
              </a:ext>
            </a:extLst>
          </p:cNvPr>
          <p:cNvSpPr/>
          <p:nvPr/>
        </p:nvSpPr>
        <p:spPr>
          <a:xfrm>
            <a:off x="6715359" y="4237701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080795-5280-530D-5014-48E75C271B96}"/>
              </a:ext>
            </a:extLst>
          </p:cNvPr>
          <p:cNvSpPr/>
          <p:nvPr/>
        </p:nvSpPr>
        <p:spPr>
          <a:xfrm>
            <a:off x="5397910" y="5043948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0CA157E-9DEE-E625-42BC-BA1B990A17CD}"/>
              </a:ext>
            </a:extLst>
          </p:cNvPr>
          <p:cNvSpPr/>
          <p:nvPr/>
        </p:nvSpPr>
        <p:spPr>
          <a:xfrm>
            <a:off x="4837471" y="1348248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14518E4-4531-FA4C-06BD-1818FBE63A7B}"/>
              </a:ext>
            </a:extLst>
          </p:cNvPr>
          <p:cNvSpPr/>
          <p:nvPr/>
        </p:nvSpPr>
        <p:spPr>
          <a:xfrm>
            <a:off x="9001432" y="1342101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1305F93-6236-CE0A-5C10-3632B7D946AE}"/>
              </a:ext>
            </a:extLst>
          </p:cNvPr>
          <p:cNvSpPr/>
          <p:nvPr/>
        </p:nvSpPr>
        <p:spPr>
          <a:xfrm>
            <a:off x="4552119" y="2458065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432CBE6-6F2F-99AB-B158-486373203461}"/>
              </a:ext>
            </a:extLst>
          </p:cNvPr>
          <p:cNvSpPr/>
          <p:nvPr/>
        </p:nvSpPr>
        <p:spPr>
          <a:xfrm>
            <a:off x="7054645" y="1998403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AE3662C-052D-681B-8EA8-671AB9E4B2B5}"/>
              </a:ext>
            </a:extLst>
          </p:cNvPr>
          <p:cNvSpPr/>
          <p:nvPr/>
        </p:nvSpPr>
        <p:spPr>
          <a:xfrm>
            <a:off x="10751357" y="2126222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B6DDCC2-37F4-110D-0589-EE616FA20C2E}"/>
              </a:ext>
            </a:extLst>
          </p:cNvPr>
          <p:cNvSpPr/>
          <p:nvPr/>
        </p:nvSpPr>
        <p:spPr>
          <a:xfrm>
            <a:off x="9488381" y="2782528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EC2BAE7-DD49-7A15-9DCD-C4D254D36224}"/>
              </a:ext>
            </a:extLst>
          </p:cNvPr>
          <p:cNvSpPr/>
          <p:nvPr/>
        </p:nvSpPr>
        <p:spPr>
          <a:xfrm>
            <a:off x="10599175" y="4527754"/>
            <a:ext cx="766916" cy="10815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4" name="Encre 23">
                <a:extLst>
                  <a:ext uri="{FF2B5EF4-FFF2-40B4-BE49-F238E27FC236}">
                    <a16:creationId xmlns:a16="http://schemas.microsoft.com/office/drawing/2014/main" id="{6B4AFA80-5B3E-33A9-DF95-D7C02A1378C9}"/>
                  </a:ext>
                </a:extLst>
              </p14:cNvPr>
              <p14:cNvContentPartPr/>
              <p14:nvPr/>
            </p14:nvContentPartPr>
            <p14:xfrm>
              <a:off x="8229213" y="3913191"/>
              <a:ext cx="336240" cy="1920600"/>
            </p14:xfrm>
          </p:contentPart>
        </mc:Choice>
        <mc:Fallback>
          <p:pic>
            <p:nvPicPr>
              <p:cNvPr id="24" name="Encre 23">
                <a:extLst>
                  <a:ext uri="{FF2B5EF4-FFF2-40B4-BE49-F238E27FC236}">
                    <a16:creationId xmlns:a16="http://schemas.microsoft.com/office/drawing/2014/main" id="{6B4AFA80-5B3E-33A9-DF95-D7C02A1378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24893" y="3908871"/>
                <a:ext cx="344880" cy="19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7" name="Encre 26">
                <a:extLst>
                  <a:ext uri="{FF2B5EF4-FFF2-40B4-BE49-F238E27FC236}">
                    <a16:creationId xmlns:a16="http://schemas.microsoft.com/office/drawing/2014/main" id="{111044C2-4598-AC09-5DCD-4B397D5755EB}"/>
                  </a:ext>
                </a:extLst>
              </p14:cNvPr>
              <p14:cNvContentPartPr/>
              <p14:nvPr/>
            </p14:nvContentPartPr>
            <p14:xfrm>
              <a:off x="8310573" y="3262671"/>
              <a:ext cx="801720" cy="1321200"/>
            </p14:xfrm>
          </p:contentPart>
        </mc:Choice>
        <mc:Fallback>
          <p:pic>
            <p:nvPicPr>
              <p:cNvPr id="27" name="Encre 26">
                <a:extLst>
                  <a:ext uri="{FF2B5EF4-FFF2-40B4-BE49-F238E27FC236}">
                    <a16:creationId xmlns:a16="http://schemas.microsoft.com/office/drawing/2014/main" id="{111044C2-4598-AC09-5DCD-4B397D5755E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06253" y="3258351"/>
                <a:ext cx="810360" cy="13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9" name="Encre 28">
                <a:extLst>
                  <a:ext uri="{FF2B5EF4-FFF2-40B4-BE49-F238E27FC236}">
                    <a16:creationId xmlns:a16="http://schemas.microsoft.com/office/drawing/2014/main" id="{FBC3B18D-9C7C-B07D-321F-D1A48EC9CACD}"/>
                  </a:ext>
                </a:extLst>
              </p14:cNvPr>
              <p14:cNvContentPartPr/>
              <p14:nvPr/>
            </p14:nvContentPartPr>
            <p14:xfrm>
              <a:off x="9605493" y="3439071"/>
              <a:ext cx="279360" cy="2325240"/>
            </p14:xfrm>
          </p:contentPart>
        </mc:Choice>
        <mc:Fallback>
          <p:pic>
            <p:nvPicPr>
              <p:cNvPr id="29" name="Encre 28">
                <a:extLst>
                  <a:ext uri="{FF2B5EF4-FFF2-40B4-BE49-F238E27FC236}">
                    <a16:creationId xmlns:a16="http://schemas.microsoft.com/office/drawing/2014/main" id="{FBC3B18D-9C7C-B07D-321F-D1A48EC9CAC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01173" y="3434751"/>
                <a:ext cx="288000" cy="233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3" name="Encre 32">
                <a:extLst>
                  <a:ext uri="{FF2B5EF4-FFF2-40B4-BE49-F238E27FC236}">
                    <a16:creationId xmlns:a16="http://schemas.microsoft.com/office/drawing/2014/main" id="{EF7D7CB8-7085-E256-BEAE-6B018E91C6C5}"/>
                  </a:ext>
                </a:extLst>
              </p14:cNvPr>
              <p14:cNvContentPartPr/>
              <p14:nvPr/>
            </p14:nvContentPartPr>
            <p14:xfrm>
              <a:off x="6681933" y="4089951"/>
              <a:ext cx="182160" cy="1199880"/>
            </p14:xfrm>
          </p:contentPart>
        </mc:Choice>
        <mc:Fallback>
          <p:pic>
            <p:nvPicPr>
              <p:cNvPr id="33" name="Encre 32">
                <a:extLst>
                  <a:ext uri="{FF2B5EF4-FFF2-40B4-BE49-F238E27FC236}">
                    <a16:creationId xmlns:a16="http://schemas.microsoft.com/office/drawing/2014/main" id="{EF7D7CB8-7085-E256-BEAE-6B018E91C6C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77613" y="4085631"/>
                <a:ext cx="190800" cy="120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e 42">
            <a:extLst>
              <a:ext uri="{FF2B5EF4-FFF2-40B4-BE49-F238E27FC236}">
                <a16:creationId xmlns:a16="http://schemas.microsoft.com/office/drawing/2014/main" id="{909BD359-6343-DEDB-7646-0E97204E616D}"/>
              </a:ext>
            </a:extLst>
          </p:cNvPr>
          <p:cNvGrpSpPr/>
          <p:nvPr/>
        </p:nvGrpSpPr>
        <p:grpSpPr>
          <a:xfrm>
            <a:off x="3840440" y="3349960"/>
            <a:ext cx="3861360" cy="2411280"/>
            <a:chOff x="3840440" y="3349960"/>
            <a:chExt cx="3861360" cy="241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Encre 10">
                  <a:extLst>
                    <a:ext uri="{FF2B5EF4-FFF2-40B4-BE49-F238E27FC236}">
                      <a16:creationId xmlns:a16="http://schemas.microsoft.com/office/drawing/2014/main" id="{F4DFBA40-12F6-C365-365B-A0AE2B414C35}"/>
                    </a:ext>
                  </a:extLst>
                </p14:cNvPr>
                <p14:cNvContentPartPr/>
                <p14:nvPr/>
              </p14:nvContentPartPr>
              <p14:xfrm>
                <a:off x="3840440" y="3349960"/>
                <a:ext cx="965880" cy="1984680"/>
              </p14:xfrm>
            </p:contentPart>
          </mc:Choice>
          <mc:Fallback>
            <p:pic>
              <p:nvPicPr>
                <p:cNvPr id="11" name="Encre 10">
                  <a:extLst>
                    <a:ext uri="{FF2B5EF4-FFF2-40B4-BE49-F238E27FC236}">
                      <a16:creationId xmlns:a16="http://schemas.microsoft.com/office/drawing/2014/main" id="{F4DFBA40-12F6-C365-365B-A0AE2B414C3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36120" y="3345640"/>
                  <a:ext cx="974520" cy="19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Encre 11">
                  <a:extLst>
                    <a:ext uri="{FF2B5EF4-FFF2-40B4-BE49-F238E27FC236}">
                      <a16:creationId xmlns:a16="http://schemas.microsoft.com/office/drawing/2014/main" id="{AF3CEA12-5108-3243-F81A-2BB6C49F7157}"/>
                    </a:ext>
                  </a:extLst>
                </p14:cNvPr>
                <p14:cNvContentPartPr/>
                <p14:nvPr/>
              </p14:nvContentPartPr>
              <p14:xfrm>
                <a:off x="5168480" y="3409720"/>
                <a:ext cx="1100520" cy="2351520"/>
              </p14:xfrm>
            </p:contentPart>
          </mc:Choice>
          <mc:Fallback>
            <p:pic>
              <p:nvPicPr>
                <p:cNvPr id="12" name="Encre 11">
                  <a:extLst>
                    <a:ext uri="{FF2B5EF4-FFF2-40B4-BE49-F238E27FC236}">
                      <a16:creationId xmlns:a16="http://schemas.microsoft.com/office/drawing/2014/main" id="{AF3CEA12-5108-3243-F81A-2BB6C49F715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64160" y="3405400"/>
                  <a:ext cx="1109160" cy="23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Encre 13">
                  <a:extLst>
                    <a:ext uri="{FF2B5EF4-FFF2-40B4-BE49-F238E27FC236}">
                      <a16:creationId xmlns:a16="http://schemas.microsoft.com/office/drawing/2014/main" id="{E20A7F8C-D3BC-A21D-4798-AD8BC1DB5397}"/>
                    </a:ext>
                  </a:extLst>
                </p14:cNvPr>
                <p14:cNvContentPartPr/>
                <p14:nvPr/>
              </p14:nvContentPartPr>
              <p14:xfrm>
                <a:off x="6593720" y="3760360"/>
                <a:ext cx="1108080" cy="1970280"/>
              </p14:xfrm>
            </p:contentPart>
          </mc:Choice>
          <mc:Fallback>
            <p:pic>
              <p:nvPicPr>
                <p:cNvPr id="14" name="Encre 13">
                  <a:extLst>
                    <a:ext uri="{FF2B5EF4-FFF2-40B4-BE49-F238E27FC236}">
                      <a16:creationId xmlns:a16="http://schemas.microsoft.com/office/drawing/2014/main" id="{E20A7F8C-D3BC-A21D-4798-AD8BC1DB539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89400" y="3756040"/>
                  <a:ext cx="1116720" cy="19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2" name="Encre 41">
                  <a:extLst>
                    <a:ext uri="{FF2B5EF4-FFF2-40B4-BE49-F238E27FC236}">
                      <a16:creationId xmlns:a16="http://schemas.microsoft.com/office/drawing/2014/main" id="{BABE5211-0A63-0C5E-45D5-136B0FD64BAE}"/>
                    </a:ext>
                  </a:extLst>
                </p14:cNvPr>
                <p14:cNvContentPartPr/>
                <p14:nvPr/>
              </p14:nvContentPartPr>
              <p14:xfrm>
                <a:off x="5694453" y="4133151"/>
                <a:ext cx="266400" cy="844200"/>
              </p14:xfrm>
            </p:contentPart>
          </mc:Choice>
          <mc:Fallback>
            <p:pic>
              <p:nvPicPr>
                <p:cNvPr id="42" name="Encre 41">
                  <a:extLst>
                    <a:ext uri="{FF2B5EF4-FFF2-40B4-BE49-F238E27FC236}">
                      <a16:creationId xmlns:a16="http://schemas.microsoft.com/office/drawing/2014/main" id="{BABE5211-0A63-0C5E-45D5-136B0FD64BA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90133" y="4128831"/>
                  <a:ext cx="275040" cy="85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4" name="Encre 43">
                <a:extLst>
                  <a:ext uri="{FF2B5EF4-FFF2-40B4-BE49-F238E27FC236}">
                    <a16:creationId xmlns:a16="http://schemas.microsoft.com/office/drawing/2014/main" id="{DEB8BC1A-B66F-C956-09B3-FE6B414891EE}"/>
                  </a:ext>
                </a:extLst>
              </p14:cNvPr>
              <p14:cNvContentPartPr/>
              <p14:nvPr/>
            </p14:nvContentPartPr>
            <p14:xfrm>
              <a:off x="2994453" y="453591"/>
              <a:ext cx="3523320" cy="3251520"/>
            </p14:xfrm>
          </p:contentPart>
        </mc:Choice>
        <mc:Fallback>
          <p:pic>
            <p:nvPicPr>
              <p:cNvPr id="44" name="Encre 43">
                <a:extLst>
                  <a:ext uri="{FF2B5EF4-FFF2-40B4-BE49-F238E27FC236}">
                    <a16:creationId xmlns:a16="http://schemas.microsoft.com/office/drawing/2014/main" id="{DEB8BC1A-B66F-C956-09B3-FE6B414891E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90133" y="449271"/>
                <a:ext cx="3531960" cy="326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8" name="Encre 47">
                <a:extLst>
                  <a:ext uri="{FF2B5EF4-FFF2-40B4-BE49-F238E27FC236}">
                    <a16:creationId xmlns:a16="http://schemas.microsoft.com/office/drawing/2014/main" id="{6F63FBF3-4CFE-2BAA-0A9C-897F47D44962}"/>
                  </a:ext>
                </a:extLst>
              </p14:cNvPr>
              <p14:cNvContentPartPr/>
              <p14:nvPr/>
            </p14:nvContentPartPr>
            <p14:xfrm>
              <a:off x="6296733" y="240111"/>
              <a:ext cx="3521160" cy="3629160"/>
            </p14:xfrm>
          </p:contentPart>
        </mc:Choice>
        <mc:Fallback>
          <p:pic>
            <p:nvPicPr>
              <p:cNvPr id="48" name="Encre 47">
                <a:extLst>
                  <a:ext uri="{FF2B5EF4-FFF2-40B4-BE49-F238E27FC236}">
                    <a16:creationId xmlns:a16="http://schemas.microsoft.com/office/drawing/2014/main" id="{6F63FBF3-4CFE-2BAA-0A9C-897F47D4496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292413" y="235791"/>
                <a:ext cx="3529800" cy="36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9" name="Encre 48">
                <a:extLst>
                  <a:ext uri="{FF2B5EF4-FFF2-40B4-BE49-F238E27FC236}">
                    <a16:creationId xmlns:a16="http://schemas.microsoft.com/office/drawing/2014/main" id="{43B11961-4415-4BE1-A49D-E98647363EE3}"/>
                  </a:ext>
                </a:extLst>
              </p14:cNvPr>
              <p14:cNvContentPartPr/>
              <p14:nvPr/>
            </p14:nvContentPartPr>
            <p14:xfrm>
              <a:off x="9066213" y="3264111"/>
              <a:ext cx="54720" cy="360"/>
            </p14:xfrm>
          </p:contentPart>
        </mc:Choice>
        <mc:Fallback>
          <p:pic>
            <p:nvPicPr>
              <p:cNvPr id="49" name="Encre 48">
                <a:extLst>
                  <a:ext uri="{FF2B5EF4-FFF2-40B4-BE49-F238E27FC236}">
                    <a16:creationId xmlns:a16="http://schemas.microsoft.com/office/drawing/2014/main" id="{43B11961-4415-4BE1-A49D-E98647363EE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061893" y="3259791"/>
                <a:ext cx="6336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0" name="Encre 49">
                <a:extLst>
                  <a:ext uri="{FF2B5EF4-FFF2-40B4-BE49-F238E27FC236}">
                    <a16:creationId xmlns:a16="http://schemas.microsoft.com/office/drawing/2014/main" id="{5C33CA12-66BB-CB7F-6701-D82E3B462E6E}"/>
                  </a:ext>
                </a:extLst>
              </p14:cNvPr>
              <p14:cNvContentPartPr/>
              <p14:nvPr/>
            </p14:nvContentPartPr>
            <p14:xfrm>
              <a:off x="9406413" y="1387431"/>
              <a:ext cx="2115000" cy="2189160"/>
            </p14:xfrm>
          </p:contentPart>
        </mc:Choice>
        <mc:Fallback>
          <p:pic>
            <p:nvPicPr>
              <p:cNvPr id="50" name="Encre 49">
                <a:extLst>
                  <a:ext uri="{FF2B5EF4-FFF2-40B4-BE49-F238E27FC236}">
                    <a16:creationId xmlns:a16="http://schemas.microsoft.com/office/drawing/2014/main" id="{5C33CA12-66BB-CB7F-6701-D82E3B462E6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402093" y="1383111"/>
                <a:ext cx="2123640" cy="219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e 52">
            <a:extLst>
              <a:ext uri="{FF2B5EF4-FFF2-40B4-BE49-F238E27FC236}">
                <a16:creationId xmlns:a16="http://schemas.microsoft.com/office/drawing/2014/main" id="{9D571B98-9038-5977-F0DC-F672EF3C7999}"/>
              </a:ext>
            </a:extLst>
          </p:cNvPr>
          <p:cNvGrpSpPr/>
          <p:nvPr/>
        </p:nvGrpSpPr>
        <p:grpSpPr>
          <a:xfrm>
            <a:off x="5255973" y="3084471"/>
            <a:ext cx="2453040" cy="1129320"/>
            <a:chOff x="5255973" y="3084471"/>
            <a:chExt cx="2453040" cy="112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6" name="Encre 45">
                  <a:extLst>
                    <a:ext uri="{FF2B5EF4-FFF2-40B4-BE49-F238E27FC236}">
                      <a16:creationId xmlns:a16="http://schemas.microsoft.com/office/drawing/2014/main" id="{13CD2603-5758-7DDD-8FD3-A9CEEFDA548F}"/>
                    </a:ext>
                  </a:extLst>
                </p14:cNvPr>
                <p14:cNvContentPartPr/>
                <p14:nvPr/>
              </p14:nvContentPartPr>
              <p14:xfrm>
                <a:off x="5255973" y="3692151"/>
                <a:ext cx="763200" cy="521640"/>
              </p14:xfrm>
            </p:contentPart>
          </mc:Choice>
          <mc:Fallback>
            <p:pic>
              <p:nvPicPr>
                <p:cNvPr id="46" name="Encre 45">
                  <a:extLst>
                    <a:ext uri="{FF2B5EF4-FFF2-40B4-BE49-F238E27FC236}">
                      <a16:creationId xmlns:a16="http://schemas.microsoft.com/office/drawing/2014/main" id="{13CD2603-5758-7DDD-8FD3-A9CEEFDA548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51653" y="3687831"/>
                  <a:ext cx="77184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7" name="Encre 46">
                  <a:extLst>
                    <a:ext uri="{FF2B5EF4-FFF2-40B4-BE49-F238E27FC236}">
                      <a16:creationId xmlns:a16="http://schemas.microsoft.com/office/drawing/2014/main" id="{B86C3041-D7D5-1E0C-702C-FA2A06D7B1C2}"/>
                    </a:ext>
                  </a:extLst>
                </p14:cNvPr>
                <p14:cNvContentPartPr/>
                <p14:nvPr/>
              </p14:nvContentPartPr>
              <p14:xfrm>
                <a:off x="6305733" y="3084471"/>
                <a:ext cx="1403280" cy="733680"/>
              </p14:xfrm>
            </p:contentPart>
          </mc:Choice>
          <mc:Fallback>
            <p:pic>
              <p:nvPicPr>
                <p:cNvPr id="47" name="Encre 46">
                  <a:extLst>
                    <a:ext uri="{FF2B5EF4-FFF2-40B4-BE49-F238E27FC236}">
                      <a16:creationId xmlns:a16="http://schemas.microsoft.com/office/drawing/2014/main" id="{B86C3041-D7D5-1E0C-702C-FA2A06D7B1C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301413" y="3080151"/>
                  <a:ext cx="1411920" cy="74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2" name="Encre 51">
                  <a:extLst>
                    <a:ext uri="{FF2B5EF4-FFF2-40B4-BE49-F238E27FC236}">
                      <a16:creationId xmlns:a16="http://schemas.microsoft.com/office/drawing/2014/main" id="{8C42F63C-B2C9-FA99-09F2-CC81038EBD19}"/>
                    </a:ext>
                  </a:extLst>
                </p14:cNvPr>
                <p14:cNvContentPartPr/>
                <p14:nvPr/>
              </p14:nvContentPartPr>
              <p14:xfrm>
                <a:off x="6655293" y="3739671"/>
                <a:ext cx="429840" cy="322920"/>
              </p14:xfrm>
            </p:contentPart>
          </mc:Choice>
          <mc:Fallback>
            <p:pic>
              <p:nvPicPr>
                <p:cNvPr id="52" name="Encre 51">
                  <a:extLst>
                    <a:ext uri="{FF2B5EF4-FFF2-40B4-BE49-F238E27FC236}">
                      <a16:creationId xmlns:a16="http://schemas.microsoft.com/office/drawing/2014/main" id="{8C42F63C-B2C9-FA99-09F2-CC81038EBD1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50973" y="3735351"/>
                  <a:ext cx="438480" cy="33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5" name="Encre 54">
                <a:extLst>
                  <a:ext uri="{FF2B5EF4-FFF2-40B4-BE49-F238E27FC236}">
                    <a16:creationId xmlns:a16="http://schemas.microsoft.com/office/drawing/2014/main" id="{167564F9-BF47-79E8-46D8-A5FCAC340365}"/>
                  </a:ext>
                </a:extLst>
              </p14:cNvPr>
              <p14:cNvContentPartPr/>
              <p14:nvPr/>
            </p14:nvContentPartPr>
            <p14:xfrm>
              <a:off x="536013" y="277911"/>
              <a:ext cx="2173680" cy="2315160"/>
            </p14:xfrm>
          </p:contentPart>
        </mc:Choice>
        <mc:Fallback>
          <p:pic>
            <p:nvPicPr>
              <p:cNvPr id="55" name="Encre 54">
                <a:extLst>
                  <a:ext uri="{FF2B5EF4-FFF2-40B4-BE49-F238E27FC236}">
                    <a16:creationId xmlns:a16="http://schemas.microsoft.com/office/drawing/2014/main" id="{167564F9-BF47-79E8-46D8-A5FCAC34036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31693" y="273591"/>
                <a:ext cx="2182320" cy="23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6" name="Encre 55">
                <a:extLst>
                  <a:ext uri="{FF2B5EF4-FFF2-40B4-BE49-F238E27FC236}">
                    <a16:creationId xmlns:a16="http://schemas.microsoft.com/office/drawing/2014/main" id="{54CF42AC-FF0C-7681-A684-AAA4BDF3A0DB}"/>
                  </a:ext>
                </a:extLst>
              </p14:cNvPr>
              <p14:cNvContentPartPr/>
              <p14:nvPr/>
            </p14:nvContentPartPr>
            <p14:xfrm>
              <a:off x="10750653" y="2380671"/>
              <a:ext cx="1145520" cy="1566720"/>
            </p14:xfrm>
          </p:contentPart>
        </mc:Choice>
        <mc:Fallback>
          <p:pic>
            <p:nvPicPr>
              <p:cNvPr id="56" name="Encre 55">
                <a:extLst>
                  <a:ext uri="{FF2B5EF4-FFF2-40B4-BE49-F238E27FC236}">
                    <a16:creationId xmlns:a16="http://schemas.microsoft.com/office/drawing/2014/main" id="{54CF42AC-FF0C-7681-A684-AAA4BDF3A0D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746333" y="2376351"/>
                <a:ext cx="1154160" cy="1575360"/>
              </a:xfrm>
              <a:prstGeom prst="rect">
                <a:avLst/>
              </a:prstGeom>
            </p:spPr>
          </p:pic>
        </mc:Fallback>
      </mc:AlternateContent>
      <p:sp>
        <p:nvSpPr>
          <p:cNvPr id="58" name="ZoneTexte 57">
            <a:extLst>
              <a:ext uri="{FF2B5EF4-FFF2-40B4-BE49-F238E27FC236}">
                <a16:creationId xmlns:a16="http://schemas.microsoft.com/office/drawing/2014/main" id="{85EE33ED-C3E4-1985-87CD-6CAB26CE2A57}"/>
              </a:ext>
            </a:extLst>
          </p:cNvPr>
          <p:cNvSpPr txBox="1"/>
          <p:nvPr/>
        </p:nvSpPr>
        <p:spPr>
          <a:xfrm>
            <a:off x="9488381" y="464038"/>
            <a:ext cx="17776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45AFA5-1A60-8634-4F15-6A9E01C5090A}"/>
              </a:ext>
            </a:extLst>
          </p:cNvPr>
          <p:cNvSpPr/>
          <p:nvPr/>
        </p:nvSpPr>
        <p:spPr>
          <a:xfrm>
            <a:off x="11330668" y="431340"/>
            <a:ext cx="449249" cy="4136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noFill/>
            </a:endParaRPr>
          </a:p>
        </p:txBody>
      </p: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4C1D5BBE-C0ED-4708-6243-8EEE1E12BD3E}"/>
              </a:ext>
            </a:extLst>
          </p:cNvPr>
          <p:cNvCxnSpPr>
            <a:cxnSpLocks/>
          </p:cNvCxnSpPr>
          <p:nvPr/>
        </p:nvCxnSpPr>
        <p:spPr>
          <a:xfrm>
            <a:off x="11409680" y="505460"/>
            <a:ext cx="30988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B323E6D1-A465-1F70-1147-C14450A3123D}"/>
              </a:ext>
            </a:extLst>
          </p:cNvPr>
          <p:cNvCxnSpPr>
            <a:cxnSpLocks/>
          </p:cNvCxnSpPr>
          <p:nvPr/>
        </p:nvCxnSpPr>
        <p:spPr>
          <a:xfrm>
            <a:off x="11409680" y="614680"/>
            <a:ext cx="30988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870E22C5-378D-20E0-9856-D74E7DF96DD1}"/>
              </a:ext>
            </a:extLst>
          </p:cNvPr>
          <p:cNvCxnSpPr>
            <a:cxnSpLocks/>
          </p:cNvCxnSpPr>
          <p:nvPr/>
        </p:nvCxnSpPr>
        <p:spPr>
          <a:xfrm>
            <a:off x="11414133" y="721360"/>
            <a:ext cx="30988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D8CF62D6-B3A1-4E92-AAD0-BEF4D9B31358}"/>
              </a:ext>
            </a:extLst>
          </p:cNvPr>
          <p:cNvSpPr txBox="1"/>
          <p:nvPr/>
        </p:nvSpPr>
        <p:spPr>
          <a:xfrm>
            <a:off x="645448" y="464329"/>
            <a:ext cx="255782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Barre de destruction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940C0C-7F1B-9F10-2A88-DBA1E8374456}"/>
              </a:ext>
            </a:extLst>
          </p:cNvPr>
          <p:cNvSpPr/>
          <p:nvPr/>
        </p:nvSpPr>
        <p:spPr>
          <a:xfrm>
            <a:off x="615326" y="5014873"/>
            <a:ext cx="678426" cy="110367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06C6FB9-824E-668D-606C-783B51FCC998}"/>
              </a:ext>
            </a:extLst>
          </p:cNvPr>
          <p:cNvSpPr txBox="1"/>
          <p:nvPr/>
        </p:nvSpPr>
        <p:spPr>
          <a:xfrm>
            <a:off x="1657572" y="5392683"/>
            <a:ext cx="1942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Réservoir d’eau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E915D910-443F-3BB5-2106-F570CEDF7111}"/>
              </a:ext>
            </a:extLst>
          </p:cNvPr>
          <p:cNvCxnSpPr>
            <a:stCxn id="7" idx="1"/>
            <a:endCxn id="6" idx="3"/>
          </p:cNvCxnSpPr>
          <p:nvPr/>
        </p:nvCxnSpPr>
        <p:spPr>
          <a:xfrm flipH="1" flipV="1">
            <a:off x="1293752" y="5566709"/>
            <a:ext cx="363820" cy="1064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Ellipse 1">
            <a:extLst>
              <a:ext uri="{FF2B5EF4-FFF2-40B4-BE49-F238E27FC236}">
                <a16:creationId xmlns:a16="http://schemas.microsoft.com/office/drawing/2014/main" id="{97619696-3937-BC72-A2ED-2CA6DD63F8DF}"/>
              </a:ext>
            </a:extLst>
          </p:cNvPr>
          <p:cNvSpPr/>
          <p:nvPr/>
        </p:nvSpPr>
        <p:spPr>
          <a:xfrm>
            <a:off x="5440070" y="1620847"/>
            <a:ext cx="226142" cy="23597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CD90D591-2C58-FFF8-1310-312B86705C55}"/>
              </a:ext>
            </a:extLst>
          </p:cNvPr>
          <p:cNvSpPr/>
          <p:nvPr/>
        </p:nvSpPr>
        <p:spPr>
          <a:xfrm rot="9485173">
            <a:off x="4210414" y="-4439889"/>
            <a:ext cx="8645446" cy="6689968"/>
          </a:xfrm>
          <a:prstGeom prst="arc">
            <a:avLst>
              <a:gd name="adj1" fmla="val 13784460"/>
              <a:gd name="adj2" fmla="val 168474"/>
            </a:avLst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01ECB2C-2CCB-DE7B-DE4A-46486EC30BF7}"/>
              </a:ext>
            </a:extLst>
          </p:cNvPr>
          <p:cNvSpPr txBox="1"/>
          <p:nvPr/>
        </p:nvSpPr>
        <p:spPr>
          <a:xfrm>
            <a:off x="6099373" y="405639"/>
            <a:ext cx="15446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Oiseau et sa trajectoire</a:t>
            </a:r>
          </a:p>
          <a:p>
            <a:pPr algn="ctr"/>
            <a:r>
              <a:rPr lang="fr-FR" dirty="0"/>
              <a:t>(plus rapide que au niveau 1)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DDC68546-5E45-482D-2B47-FA8B6DCE7CA7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5732065" y="1144303"/>
            <a:ext cx="367308" cy="484534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78" name="Encre 77">
                <a:extLst>
                  <a:ext uri="{FF2B5EF4-FFF2-40B4-BE49-F238E27FC236}">
                    <a16:creationId xmlns:a16="http://schemas.microsoft.com/office/drawing/2014/main" id="{5D171642-BD77-156A-C241-A4C85F8A56F8}"/>
                  </a:ext>
                </a:extLst>
              </p14:cNvPr>
              <p14:cNvContentPartPr/>
              <p14:nvPr/>
            </p14:nvContentPartPr>
            <p14:xfrm rot="20950147">
              <a:off x="9633443" y="549003"/>
              <a:ext cx="193767" cy="191099"/>
            </p14:xfrm>
          </p:contentPart>
        </mc:Choice>
        <mc:Fallback>
          <p:pic>
            <p:nvPicPr>
              <p:cNvPr id="78" name="Encre 77">
                <a:extLst>
                  <a:ext uri="{FF2B5EF4-FFF2-40B4-BE49-F238E27FC236}">
                    <a16:creationId xmlns:a16="http://schemas.microsoft.com/office/drawing/2014/main" id="{5D171642-BD77-156A-C241-A4C85F8A56F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 rot="20950147">
                <a:off x="9615468" y="531009"/>
                <a:ext cx="229357" cy="2267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79" name="Encre 78">
                <a:extLst>
                  <a:ext uri="{FF2B5EF4-FFF2-40B4-BE49-F238E27FC236}">
                    <a16:creationId xmlns:a16="http://schemas.microsoft.com/office/drawing/2014/main" id="{7E38B0C5-C0FF-C8EC-C074-458B1D8B71AD}"/>
                  </a:ext>
                </a:extLst>
              </p14:cNvPr>
              <p14:cNvContentPartPr/>
              <p14:nvPr/>
            </p14:nvContentPartPr>
            <p14:xfrm rot="20950147">
              <a:off x="9988501" y="555431"/>
              <a:ext cx="193767" cy="191099"/>
            </p14:xfrm>
          </p:contentPart>
        </mc:Choice>
        <mc:Fallback>
          <p:pic>
            <p:nvPicPr>
              <p:cNvPr id="79" name="Encre 78">
                <a:extLst>
                  <a:ext uri="{FF2B5EF4-FFF2-40B4-BE49-F238E27FC236}">
                    <a16:creationId xmlns:a16="http://schemas.microsoft.com/office/drawing/2014/main" id="{7E38B0C5-C0FF-C8EC-C074-458B1D8B71A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 rot="20950147">
                <a:off x="9970526" y="537437"/>
                <a:ext cx="229357" cy="2267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80" name="Encre 79">
                <a:extLst>
                  <a:ext uri="{FF2B5EF4-FFF2-40B4-BE49-F238E27FC236}">
                    <a16:creationId xmlns:a16="http://schemas.microsoft.com/office/drawing/2014/main" id="{910FE26B-3D66-7D0A-EA91-5E7FC01B6BA8}"/>
                  </a:ext>
                </a:extLst>
              </p14:cNvPr>
              <p14:cNvContentPartPr/>
              <p14:nvPr/>
            </p14:nvContentPartPr>
            <p14:xfrm rot="20950147">
              <a:off x="10330309" y="548952"/>
              <a:ext cx="193767" cy="191099"/>
            </p14:xfrm>
          </p:contentPart>
        </mc:Choice>
        <mc:Fallback>
          <p:pic>
            <p:nvPicPr>
              <p:cNvPr id="80" name="Encre 79">
                <a:extLst>
                  <a:ext uri="{FF2B5EF4-FFF2-40B4-BE49-F238E27FC236}">
                    <a16:creationId xmlns:a16="http://schemas.microsoft.com/office/drawing/2014/main" id="{910FE26B-3D66-7D0A-EA91-5E7FC01B6BA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 rot="20950147">
                <a:off x="10312334" y="530958"/>
                <a:ext cx="229357" cy="2267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81" name="Encre 80">
                <a:extLst>
                  <a:ext uri="{FF2B5EF4-FFF2-40B4-BE49-F238E27FC236}">
                    <a16:creationId xmlns:a16="http://schemas.microsoft.com/office/drawing/2014/main" id="{EDE86BE0-0D23-13CA-EAB7-7A25DD6BC09C}"/>
                  </a:ext>
                </a:extLst>
              </p14:cNvPr>
              <p14:cNvContentPartPr/>
              <p14:nvPr/>
            </p14:nvContentPartPr>
            <p14:xfrm rot="20950147">
              <a:off x="10653770" y="548950"/>
              <a:ext cx="193767" cy="191099"/>
            </p14:xfrm>
          </p:contentPart>
        </mc:Choice>
        <mc:Fallback>
          <p:pic>
            <p:nvPicPr>
              <p:cNvPr id="81" name="Encre 80">
                <a:extLst>
                  <a:ext uri="{FF2B5EF4-FFF2-40B4-BE49-F238E27FC236}">
                    <a16:creationId xmlns:a16="http://schemas.microsoft.com/office/drawing/2014/main" id="{EDE86BE0-0D23-13CA-EAB7-7A25DD6BC09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 rot="20950147">
                <a:off x="10635795" y="530956"/>
                <a:ext cx="229357" cy="2267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83" name="Encre 82">
                <a:extLst>
                  <a:ext uri="{FF2B5EF4-FFF2-40B4-BE49-F238E27FC236}">
                    <a16:creationId xmlns:a16="http://schemas.microsoft.com/office/drawing/2014/main" id="{60123280-2D4E-1566-D6B3-9C0F7E76ED1B}"/>
                  </a:ext>
                </a:extLst>
              </p14:cNvPr>
              <p14:cNvContentPartPr/>
              <p14:nvPr/>
            </p14:nvContentPartPr>
            <p14:xfrm rot="20950147">
              <a:off x="10976230" y="555431"/>
              <a:ext cx="193767" cy="191099"/>
            </p14:xfrm>
          </p:contentPart>
        </mc:Choice>
        <mc:Fallback>
          <p:pic>
            <p:nvPicPr>
              <p:cNvPr id="83" name="Encre 82">
                <a:extLst>
                  <a:ext uri="{FF2B5EF4-FFF2-40B4-BE49-F238E27FC236}">
                    <a16:creationId xmlns:a16="http://schemas.microsoft.com/office/drawing/2014/main" id="{60123280-2D4E-1566-D6B3-9C0F7E76ED1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 rot="20950147">
                <a:off x="10958255" y="537437"/>
                <a:ext cx="229357" cy="226728"/>
              </a:xfrm>
              <a:prstGeom prst="rect">
                <a:avLst/>
              </a:prstGeom>
            </p:spPr>
          </p:pic>
        </mc:Fallback>
      </mc:AlternateContent>
      <p:sp>
        <p:nvSpPr>
          <p:cNvPr id="84" name="ZoneTexte 83">
            <a:extLst>
              <a:ext uri="{FF2B5EF4-FFF2-40B4-BE49-F238E27FC236}">
                <a16:creationId xmlns:a16="http://schemas.microsoft.com/office/drawing/2014/main" id="{EBAB9139-7F34-DFF2-ED43-F15EACC3423A}"/>
              </a:ext>
            </a:extLst>
          </p:cNvPr>
          <p:cNvSpPr txBox="1"/>
          <p:nvPr/>
        </p:nvSpPr>
        <p:spPr>
          <a:xfrm>
            <a:off x="9641605" y="1264666"/>
            <a:ext cx="1544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Barre de vie du boss</a:t>
            </a:r>
          </a:p>
        </p:txBody>
      </p: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BB215009-E03B-153A-051E-B6D283CF9721}"/>
              </a:ext>
            </a:extLst>
          </p:cNvPr>
          <p:cNvCxnSpPr>
            <a:cxnSpLocks/>
            <a:stCxn id="84" idx="0"/>
            <a:endCxn id="58" idx="2"/>
          </p:cNvCxnSpPr>
          <p:nvPr/>
        </p:nvCxnSpPr>
        <p:spPr>
          <a:xfrm flipH="1" flipV="1">
            <a:off x="10377199" y="833370"/>
            <a:ext cx="36717" cy="431296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2">
            <p14:nvContentPartPr>
              <p14:cNvPr id="91" name="Encre 90">
                <a:extLst>
                  <a:ext uri="{FF2B5EF4-FFF2-40B4-BE49-F238E27FC236}">
                    <a16:creationId xmlns:a16="http://schemas.microsoft.com/office/drawing/2014/main" id="{0C0774DA-4652-85E5-AD6B-E7820C7DEECE}"/>
                  </a:ext>
                </a:extLst>
              </p14:cNvPr>
              <p14:cNvContentPartPr/>
              <p14:nvPr/>
            </p14:nvContentPartPr>
            <p14:xfrm>
              <a:off x="3132917" y="1653999"/>
              <a:ext cx="345600" cy="241920"/>
            </p14:xfrm>
          </p:contentPart>
        </mc:Choice>
        <mc:Fallback>
          <p:pic>
            <p:nvPicPr>
              <p:cNvPr id="91" name="Encre 90">
                <a:extLst>
                  <a:ext uri="{FF2B5EF4-FFF2-40B4-BE49-F238E27FC236}">
                    <a16:creationId xmlns:a16="http://schemas.microsoft.com/office/drawing/2014/main" id="{0C0774DA-4652-85E5-AD6B-E7820C7DEEC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070277" y="1276359"/>
                <a:ext cx="471240" cy="9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4">
            <p14:nvContentPartPr>
              <p14:cNvPr id="92" name="Encre 91">
                <a:extLst>
                  <a:ext uri="{FF2B5EF4-FFF2-40B4-BE49-F238E27FC236}">
                    <a16:creationId xmlns:a16="http://schemas.microsoft.com/office/drawing/2014/main" id="{573B3B7D-3FEE-7CB9-034A-18E46B92C57B}"/>
                  </a:ext>
                </a:extLst>
              </p14:cNvPr>
              <p14:cNvContentPartPr/>
              <p14:nvPr/>
            </p14:nvContentPartPr>
            <p14:xfrm>
              <a:off x="2813597" y="1521159"/>
              <a:ext cx="1050480" cy="568080"/>
            </p14:xfrm>
          </p:contentPart>
        </mc:Choice>
        <mc:Fallback>
          <p:pic>
            <p:nvPicPr>
              <p:cNvPr id="92" name="Encre 91">
                <a:extLst>
                  <a:ext uri="{FF2B5EF4-FFF2-40B4-BE49-F238E27FC236}">
                    <a16:creationId xmlns:a16="http://schemas.microsoft.com/office/drawing/2014/main" id="{573B3B7D-3FEE-7CB9-034A-18E46B92C57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750597" y="1143519"/>
                <a:ext cx="1176120" cy="13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6">
            <p14:nvContentPartPr>
              <p14:cNvPr id="93" name="Encre 92">
                <a:extLst>
                  <a:ext uri="{FF2B5EF4-FFF2-40B4-BE49-F238E27FC236}">
                    <a16:creationId xmlns:a16="http://schemas.microsoft.com/office/drawing/2014/main" id="{B2BD1944-ADB2-05EA-E4C4-10C23600921F}"/>
                  </a:ext>
                </a:extLst>
              </p14:cNvPr>
              <p14:cNvContentPartPr/>
              <p14:nvPr/>
            </p14:nvContentPartPr>
            <p14:xfrm>
              <a:off x="7709255" y="4483399"/>
              <a:ext cx="345600" cy="241920"/>
            </p14:xfrm>
          </p:contentPart>
        </mc:Choice>
        <mc:Fallback>
          <p:pic>
            <p:nvPicPr>
              <p:cNvPr id="93" name="Encre 92">
                <a:extLst>
                  <a:ext uri="{FF2B5EF4-FFF2-40B4-BE49-F238E27FC236}">
                    <a16:creationId xmlns:a16="http://schemas.microsoft.com/office/drawing/2014/main" id="{B2BD1944-ADB2-05EA-E4C4-10C23600921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646615" y="4105759"/>
                <a:ext cx="471240" cy="9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8">
            <p14:nvContentPartPr>
              <p14:cNvPr id="94" name="Encre 93">
                <a:extLst>
                  <a:ext uri="{FF2B5EF4-FFF2-40B4-BE49-F238E27FC236}">
                    <a16:creationId xmlns:a16="http://schemas.microsoft.com/office/drawing/2014/main" id="{7A3EE42A-E490-A60D-11A7-CD85BF20D66E}"/>
                  </a:ext>
                </a:extLst>
              </p14:cNvPr>
              <p14:cNvContentPartPr/>
              <p14:nvPr/>
            </p14:nvContentPartPr>
            <p14:xfrm>
              <a:off x="7389935" y="4350559"/>
              <a:ext cx="1050480" cy="568080"/>
            </p14:xfrm>
          </p:contentPart>
        </mc:Choice>
        <mc:Fallback>
          <p:pic>
            <p:nvPicPr>
              <p:cNvPr id="94" name="Encre 93">
                <a:extLst>
                  <a:ext uri="{FF2B5EF4-FFF2-40B4-BE49-F238E27FC236}">
                    <a16:creationId xmlns:a16="http://schemas.microsoft.com/office/drawing/2014/main" id="{7A3EE42A-E490-A60D-11A7-CD85BF20D66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326935" y="3972919"/>
                <a:ext cx="1176120" cy="13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0">
            <p14:nvContentPartPr>
              <p14:cNvPr id="95" name="Encre 94">
                <a:extLst>
                  <a:ext uri="{FF2B5EF4-FFF2-40B4-BE49-F238E27FC236}">
                    <a16:creationId xmlns:a16="http://schemas.microsoft.com/office/drawing/2014/main" id="{57B094D5-9C2B-04F6-BBF7-09311635EFBB}"/>
                  </a:ext>
                </a:extLst>
              </p14:cNvPr>
              <p14:cNvContentPartPr/>
              <p14:nvPr/>
            </p14:nvContentPartPr>
            <p14:xfrm>
              <a:off x="9470590" y="2277363"/>
              <a:ext cx="345600" cy="241920"/>
            </p14:xfrm>
          </p:contentPart>
        </mc:Choice>
        <mc:Fallback>
          <p:pic>
            <p:nvPicPr>
              <p:cNvPr id="95" name="Encre 94">
                <a:extLst>
                  <a:ext uri="{FF2B5EF4-FFF2-40B4-BE49-F238E27FC236}">
                    <a16:creationId xmlns:a16="http://schemas.microsoft.com/office/drawing/2014/main" id="{57B094D5-9C2B-04F6-BBF7-09311635EFB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407950" y="1899723"/>
                <a:ext cx="471240" cy="9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2">
            <p14:nvContentPartPr>
              <p14:cNvPr id="96" name="Encre 95">
                <a:extLst>
                  <a:ext uri="{FF2B5EF4-FFF2-40B4-BE49-F238E27FC236}">
                    <a16:creationId xmlns:a16="http://schemas.microsoft.com/office/drawing/2014/main" id="{52AA0778-A2EA-F62F-2004-C63E893983CC}"/>
                  </a:ext>
                </a:extLst>
              </p14:cNvPr>
              <p14:cNvContentPartPr/>
              <p14:nvPr/>
            </p14:nvContentPartPr>
            <p14:xfrm>
              <a:off x="9151270" y="2144523"/>
              <a:ext cx="1050480" cy="568080"/>
            </p14:xfrm>
          </p:contentPart>
        </mc:Choice>
        <mc:Fallback>
          <p:pic>
            <p:nvPicPr>
              <p:cNvPr id="96" name="Encre 95">
                <a:extLst>
                  <a:ext uri="{FF2B5EF4-FFF2-40B4-BE49-F238E27FC236}">
                    <a16:creationId xmlns:a16="http://schemas.microsoft.com/office/drawing/2014/main" id="{52AA0778-A2EA-F62F-2004-C63E893983C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088270" y="1766883"/>
                <a:ext cx="1176120" cy="1323720"/>
              </a:xfrm>
              <a:prstGeom prst="rect">
                <a:avLst/>
              </a:prstGeom>
            </p:spPr>
          </p:pic>
        </mc:Fallback>
      </mc:AlternateContent>
      <p:sp>
        <p:nvSpPr>
          <p:cNvPr id="97" name="ZoneTexte 96">
            <a:extLst>
              <a:ext uri="{FF2B5EF4-FFF2-40B4-BE49-F238E27FC236}">
                <a16:creationId xmlns:a16="http://schemas.microsoft.com/office/drawing/2014/main" id="{46958586-288C-CE76-CFB3-DDDD3D9C84C0}"/>
              </a:ext>
            </a:extLst>
          </p:cNvPr>
          <p:cNvSpPr txBox="1"/>
          <p:nvPr/>
        </p:nvSpPr>
        <p:spPr>
          <a:xfrm>
            <a:off x="4728639" y="3005613"/>
            <a:ext cx="1449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Nuage toxique qui tue et que le boss lance</a:t>
            </a:r>
          </a:p>
        </p:txBody>
      </p:sp>
      <p:cxnSp>
        <p:nvCxnSpPr>
          <p:cNvPr id="98" name="Connecteur droit avec flèche 97">
            <a:extLst>
              <a:ext uri="{FF2B5EF4-FFF2-40B4-BE49-F238E27FC236}">
                <a16:creationId xmlns:a16="http://schemas.microsoft.com/office/drawing/2014/main" id="{573B76EF-C600-5367-369B-B5C1866159B7}"/>
              </a:ext>
            </a:extLst>
          </p:cNvPr>
          <p:cNvCxnSpPr>
            <a:cxnSpLocks/>
            <a:stCxn id="97" idx="1"/>
          </p:cNvCxnSpPr>
          <p:nvPr/>
        </p:nvCxnSpPr>
        <p:spPr>
          <a:xfrm flipH="1" flipV="1">
            <a:off x="3612071" y="2106558"/>
            <a:ext cx="1116568" cy="149922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1" name="Connecteur droit avec flèche 100">
            <a:extLst>
              <a:ext uri="{FF2B5EF4-FFF2-40B4-BE49-F238E27FC236}">
                <a16:creationId xmlns:a16="http://schemas.microsoft.com/office/drawing/2014/main" id="{ECF4730E-B9E8-2973-53BE-5171575211FE}"/>
              </a:ext>
            </a:extLst>
          </p:cNvPr>
          <p:cNvCxnSpPr>
            <a:cxnSpLocks/>
            <a:stCxn id="97" idx="3"/>
          </p:cNvCxnSpPr>
          <p:nvPr/>
        </p:nvCxnSpPr>
        <p:spPr>
          <a:xfrm flipV="1">
            <a:off x="6178182" y="2590286"/>
            <a:ext cx="2886328" cy="1015492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4" name="Connecteur droit avec flèche 103">
            <a:extLst>
              <a:ext uri="{FF2B5EF4-FFF2-40B4-BE49-F238E27FC236}">
                <a16:creationId xmlns:a16="http://schemas.microsoft.com/office/drawing/2014/main" id="{C2E03A55-AEFF-6235-309A-9D69A18D35F4}"/>
              </a:ext>
            </a:extLst>
          </p:cNvPr>
          <p:cNvCxnSpPr>
            <a:cxnSpLocks/>
            <a:stCxn id="97" idx="3"/>
          </p:cNvCxnSpPr>
          <p:nvPr/>
        </p:nvCxnSpPr>
        <p:spPr>
          <a:xfrm>
            <a:off x="6178182" y="3605778"/>
            <a:ext cx="1314235" cy="903262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FF40674-E253-4A8F-B17A-65175C6E0646}"/>
              </a:ext>
            </a:extLst>
          </p:cNvPr>
          <p:cNvSpPr/>
          <p:nvPr/>
        </p:nvSpPr>
        <p:spPr>
          <a:xfrm>
            <a:off x="10781179" y="3812305"/>
            <a:ext cx="990211" cy="199688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CB89A5E0-3E20-AA64-457D-C6BD466AD688}"/>
              </a:ext>
            </a:extLst>
          </p:cNvPr>
          <p:cNvSpPr txBox="1"/>
          <p:nvPr/>
        </p:nvSpPr>
        <p:spPr>
          <a:xfrm>
            <a:off x="9163110" y="4674313"/>
            <a:ext cx="1449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Boss ( faire le modelé)</a:t>
            </a:r>
          </a:p>
        </p:txBody>
      </p:sp>
      <p:cxnSp>
        <p:nvCxnSpPr>
          <p:cNvPr id="109" name="Connecteur droit avec flèche 108">
            <a:extLst>
              <a:ext uri="{FF2B5EF4-FFF2-40B4-BE49-F238E27FC236}">
                <a16:creationId xmlns:a16="http://schemas.microsoft.com/office/drawing/2014/main" id="{C929C8DB-F622-963A-3558-EF5E82BA38FC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9887882" y="4345856"/>
            <a:ext cx="835163" cy="328457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3" name="Arc 112">
            <a:extLst>
              <a:ext uri="{FF2B5EF4-FFF2-40B4-BE49-F238E27FC236}">
                <a16:creationId xmlns:a16="http://schemas.microsoft.com/office/drawing/2014/main" id="{AD7333DA-E4EB-2853-1855-E320A0DB8111}"/>
              </a:ext>
            </a:extLst>
          </p:cNvPr>
          <p:cNvSpPr/>
          <p:nvPr/>
        </p:nvSpPr>
        <p:spPr>
          <a:xfrm>
            <a:off x="8054854" y="3760359"/>
            <a:ext cx="2808911" cy="1755539"/>
          </a:xfrm>
          <a:prstGeom prst="arc">
            <a:avLst>
              <a:gd name="adj1" fmla="val 11671036"/>
              <a:gd name="adj2" fmla="val 20789237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14" name="Encre 113">
                <a:extLst>
                  <a:ext uri="{FF2B5EF4-FFF2-40B4-BE49-F238E27FC236}">
                    <a16:creationId xmlns:a16="http://schemas.microsoft.com/office/drawing/2014/main" id="{656BB5AF-E3AD-8C97-9846-471FD6E485FF}"/>
                  </a:ext>
                </a:extLst>
              </p14:cNvPr>
              <p14:cNvContentPartPr/>
              <p14:nvPr/>
            </p14:nvContentPartPr>
            <p14:xfrm>
              <a:off x="10180993" y="5526901"/>
              <a:ext cx="389520" cy="205039"/>
            </p14:xfrm>
          </p:contentPart>
        </mc:Choice>
        <mc:Fallback>
          <p:pic>
            <p:nvPicPr>
              <p:cNvPr id="114" name="Encre 113">
                <a:extLst>
                  <a:ext uri="{FF2B5EF4-FFF2-40B4-BE49-F238E27FC236}">
                    <a16:creationId xmlns:a16="http://schemas.microsoft.com/office/drawing/2014/main" id="{656BB5AF-E3AD-8C97-9846-471FD6E485F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145353" y="5491289"/>
                <a:ext cx="461160" cy="276623"/>
              </a:xfrm>
              <a:prstGeom prst="rect">
                <a:avLst/>
              </a:prstGeom>
            </p:spPr>
          </p:pic>
        </mc:Fallback>
      </mc:AlternateContent>
      <p:sp>
        <p:nvSpPr>
          <p:cNvPr id="115" name="ZoneTexte 114">
            <a:extLst>
              <a:ext uri="{FF2B5EF4-FFF2-40B4-BE49-F238E27FC236}">
                <a16:creationId xmlns:a16="http://schemas.microsoft.com/office/drawing/2014/main" id="{D44C7CA7-9737-C12E-F5B6-37916C9D5249}"/>
              </a:ext>
            </a:extLst>
          </p:cNvPr>
          <p:cNvSpPr txBox="1"/>
          <p:nvPr/>
        </p:nvSpPr>
        <p:spPr>
          <a:xfrm>
            <a:off x="3493853" y="-20411"/>
            <a:ext cx="4644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Niveaux 4 (boss) 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82158526-6D3D-AFB8-EC61-F7AB48B093A2}"/>
              </a:ext>
            </a:extLst>
          </p:cNvPr>
          <p:cNvSpPr txBox="1"/>
          <p:nvPr/>
        </p:nvSpPr>
        <p:spPr>
          <a:xfrm>
            <a:off x="-12986" y="6229445"/>
            <a:ext cx="12204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Le joueur doit récupérait une graine purificatrice et la mettre sur le ta de terre puis l’arroser pour pouvoir ensuite taper le boss pour lui infligé 1 point de vie. Si l joueur touche un nuage toxique il meurt et perd. Si la vie de boss atteint 0 le joueur gagne et si la barre de destruction atteint 100% le joueur perd.</a:t>
            </a:r>
          </a:p>
        </p:txBody>
      </p:sp>
    </p:spTree>
    <p:extLst>
      <p:ext uri="{BB962C8B-B14F-4D97-AF65-F5344CB8AC3E}">
        <p14:creationId xmlns:p14="http://schemas.microsoft.com/office/powerpoint/2010/main" val="31318291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3FC4543737644492663ACD3AE96D7B" ma:contentTypeVersion="5" ma:contentTypeDescription="Crée un document." ma:contentTypeScope="" ma:versionID="1be89112d2be9a1238e9e5960951d1ef">
  <xsd:schema xmlns:xsd="http://www.w3.org/2001/XMLSchema" xmlns:xs="http://www.w3.org/2001/XMLSchema" xmlns:p="http://schemas.microsoft.com/office/2006/metadata/properties" xmlns:ns3="896c7c04-cf3a-47a5-8d95-5a9a76b9d01c" targetNamespace="http://schemas.microsoft.com/office/2006/metadata/properties" ma:root="true" ma:fieldsID="cdb7445563745f1938b71c7cc5bfa1cd" ns3:_="">
    <xsd:import namespace="896c7c04-cf3a-47a5-8d95-5a9a76b9d01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6c7c04-cf3a-47a5-8d95-5a9a76b9d01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96c7c04-cf3a-47a5-8d95-5a9a76b9d01c" xsi:nil="true"/>
  </documentManagement>
</p:properties>
</file>

<file path=customXml/itemProps1.xml><?xml version="1.0" encoding="utf-8"?>
<ds:datastoreItem xmlns:ds="http://schemas.openxmlformats.org/officeDocument/2006/customXml" ds:itemID="{3B157C7F-ADE0-44EE-9085-B49A4B5E91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6c7c04-cf3a-47a5-8d95-5a9a76b9d0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DA8C8CC-198E-47B0-9AE8-749E413158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C8D821-884A-43AA-98E5-6CFF1737CAC5}">
  <ds:schemaRefs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896c7c04-cf3a-47a5-8d95-5a9a76b9d01c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255</Words>
  <Application>Microsoft Office PowerPoint</Application>
  <PresentationFormat>Grand écran</PresentationFormat>
  <Paragraphs>26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FOURNIER</dc:creator>
  <cp:lastModifiedBy>Nathan FOURNIER</cp:lastModifiedBy>
  <cp:revision>2</cp:revision>
  <dcterms:created xsi:type="dcterms:W3CDTF">2026-02-11T10:03:18Z</dcterms:created>
  <dcterms:modified xsi:type="dcterms:W3CDTF">2026-02-11T11:02:04Z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0x010100483FC4543737644492663ACD3AE96D7B</vt:lpwstr>
  </property>
</Properties>
</file>